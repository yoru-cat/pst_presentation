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9753600" cy="7315200"/>
  <p:notesSz cx="6858000" cy="9144000"/>
  <p:embeddedFontLst>
    <p:embeddedFont>
      <p:font typeface="Helios" charset="1" panose="020B0504020202020204"/>
      <p:regular r:id="rId15"/>
    </p:embeddedFont>
    <p:embeddedFont>
      <p:font typeface="Arimo" charset="1" panose="020B06040202020202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jpe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1.jpe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0167" y="412457"/>
            <a:ext cx="8933265" cy="6490286"/>
            <a:chOff x="0" y="0"/>
            <a:chExt cx="3308617" cy="2403810"/>
          </a:xfrm>
        </p:grpSpPr>
        <p:sp>
          <p:nvSpPr>
            <p:cNvPr name="Freeform 3" id="3"/>
            <p:cNvSpPr/>
            <p:nvPr/>
          </p:nvSpPr>
          <p:spPr>
            <a:xfrm flipH="false" flipV="false" rot="0">
              <a:off x="0" y="0"/>
              <a:ext cx="3308617" cy="2403810"/>
            </a:xfrm>
            <a:custGeom>
              <a:avLst/>
              <a:gdLst/>
              <a:ahLst/>
              <a:cxnLst/>
              <a:rect r="r" b="b" t="t" l="l"/>
              <a:pathLst>
                <a:path h="2403810" w="3308617">
                  <a:moveTo>
                    <a:pt x="17333" y="0"/>
                  </a:moveTo>
                  <a:lnTo>
                    <a:pt x="3291284" y="0"/>
                  </a:lnTo>
                  <a:cubicBezTo>
                    <a:pt x="3300857" y="0"/>
                    <a:pt x="3308617" y="7760"/>
                    <a:pt x="3308617" y="17333"/>
                  </a:cubicBezTo>
                  <a:lnTo>
                    <a:pt x="3308617" y="2386477"/>
                  </a:lnTo>
                  <a:cubicBezTo>
                    <a:pt x="3308617" y="2396049"/>
                    <a:pt x="3300857" y="2403810"/>
                    <a:pt x="3291284" y="2403810"/>
                  </a:cubicBezTo>
                  <a:lnTo>
                    <a:pt x="17333" y="2403810"/>
                  </a:lnTo>
                  <a:cubicBezTo>
                    <a:pt x="7760" y="2403810"/>
                    <a:pt x="0" y="2396049"/>
                    <a:pt x="0" y="2386477"/>
                  </a:cubicBezTo>
                  <a:lnTo>
                    <a:pt x="0" y="17333"/>
                  </a:lnTo>
                  <a:cubicBezTo>
                    <a:pt x="0" y="7760"/>
                    <a:pt x="7760" y="0"/>
                    <a:pt x="17333" y="0"/>
                  </a:cubicBezTo>
                  <a:close/>
                </a:path>
              </a:pathLst>
            </a:custGeom>
            <a:solidFill>
              <a:srgbClr val="F0F0E8"/>
            </a:solidFill>
          </p:spPr>
        </p:sp>
        <p:sp>
          <p:nvSpPr>
            <p:cNvPr name="TextBox 4" id="4"/>
            <p:cNvSpPr txBox="true"/>
            <p:nvPr/>
          </p:nvSpPr>
          <p:spPr>
            <a:xfrm>
              <a:off x="0" y="-19050"/>
              <a:ext cx="3308617" cy="2422860"/>
            </a:xfrm>
            <a:prstGeom prst="rect">
              <a:avLst/>
            </a:prstGeom>
          </p:spPr>
          <p:txBody>
            <a:bodyPr anchor="ctr" rtlCol="false" tIns="50800" lIns="50800" bIns="50800" rIns="50800"/>
            <a:lstStyle/>
            <a:p>
              <a:pPr algn="ctr">
                <a:lnSpc>
                  <a:spcPts val="2160"/>
                </a:lnSpc>
              </a:pPr>
            </a:p>
          </p:txBody>
        </p:sp>
      </p:grpSp>
      <p:grpSp>
        <p:nvGrpSpPr>
          <p:cNvPr name="Group 5" id="5"/>
          <p:cNvGrpSpPr/>
          <p:nvPr/>
        </p:nvGrpSpPr>
        <p:grpSpPr>
          <a:xfrm rot="0">
            <a:off x="6095155" y="412457"/>
            <a:ext cx="3248278" cy="6490286"/>
            <a:chOff x="0" y="0"/>
            <a:chExt cx="707686" cy="1414006"/>
          </a:xfrm>
        </p:grpSpPr>
        <p:sp>
          <p:nvSpPr>
            <p:cNvPr name="Freeform 6" id="6"/>
            <p:cNvSpPr/>
            <p:nvPr/>
          </p:nvSpPr>
          <p:spPr>
            <a:xfrm flipH="false" flipV="false" rot="0">
              <a:off x="0" y="0"/>
              <a:ext cx="707686" cy="1414006"/>
            </a:xfrm>
            <a:custGeom>
              <a:avLst/>
              <a:gdLst/>
              <a:ahLst/>
              <a:cxnLst/>
              <a:rect r="r" b="b" t="t" l="l"/>
              <a:pathLst>
                <a:path h="1414006" w="707686">
                  <a:moveTo>
                    <a:pt x="47668" y="0"/>
                  </a:moveTo>
                  <a:lnTo>
                    <a:pt x="660018" y="0"/>
                  </a:lnTo>
                  <a:cubicBezTo>
                    <a:pt x="686344" y="0"/>
                    <a:pt x="707686" y="21342"/>
                    <a:pt x="707686" y="47668"/>
                  </a:cubicBezTo>
                  <a:lnTo>
                    <a:pt x="707686" y="1366338"/>
                  </a:lnTo>
                  <a:cubicBezTo>
                    <a:pt x="707686" y="1378980"/>
                    <a:pt x="702664" y="1391105"/>
                    <a:pt x="693724" y="1400044"/>
                  </a:cubicBezTo>
                  <a:cubicBezTo>
                    <a:pt x="684785" y="1408983"/>
                    <a:pt x="672660" y="1414006"/>
                    <a:pt x="660018" y="1414006"/>
                  </a:cubicBezTo>
                  <a:lnTo>
                    <a:pt x="47668" y="1414006"/>
                  </a:lnTo>
                  <a:cubicBezTo>
                    <a:pt x="35026" y="1414006"/>
                    <a:pt x="22901" y="1408983"/>
                    <a:pt x="13962" y="1400044"/>
                  </a:cubicBezTo>
                  <a:cubicBezTo>
                    <a:pt x="5022" y="1391105"/>
                    <a:pt x="0" y="1378980"/>
                    <a:pt x="0" y="1366338"/>
                  </a:cubicBezTo>
                  <a:lnTo>
                    <a:pt x="0" y="47668"/>
                  </a:lnTo>
                  <a:cubicBezTo>
                    <a:pt x="0" y="35026"/>
                    <a:pt x="5022" y="22901"/>
                    <a:pt x="13962" y="13962"/>
                  </a:cubicBezTo>
                  <a:cubicBezTo>
                    <a:pt x="22901" y="5022"/>
                    <a:pt x="35026" y="0"/>
                    <a:pt x="47668" y="0"/>
                  </a:cubicBezTo>
                  <a:close/>
                </a:path>
              </a:pathLst>
            </a:custGeom>
            <a:blipFill>
              <a:blip r:embed="rId2"/>
              <a:stretch>
                <a:fillRect l="-99948" t="0" r="-99948" b="0"/>
              </a:stretch>
            </a:blipFill>
          </p:spPr>
        </p:sp>
      </p:grpSp>
      <p:grpSp>
        <p:nvGrpSpPr>
          <p:cNvPr name="Group 7" id="7"/>
          <p:cNvGrpSpPr/>
          <p:nvPr/>
        </p:nvGrpSpPr>
        <p:grpSpPr>
          <a:xfrm rot="0">
            <a:off x="731520" y="731520"/>
            <a:ext cx="2154031" cy="597885"/>
            <a:chOff x="0" y="0"/>
            <a:chExt cx="867088" cy="240674"/>
          </a:xfrm>
        </p:grpSpPr>
        <p:sp>
          <p:nvSpPr>
            <p:cNvPr name="Freeform 8" id="8"/>
            <p:cNvSpPr/>
            <p:nvPr/>
          </p:nvSpPr>
          <p:spPr>
            <a:xfrm flipH="false" flipV="false" rot="0">
              <a:off x="0" y="0"/>
              <a:ext cx="867087" cy="240674"/>
            </a:xfrm>
            <a:custGeom>
              <a:avLst/>
              <a:gdLst/>
              <a:ahLst/>
              <a:cxnLst/>
              <a:rect r="r" b="b" t="t" l="l"/>
              <a:pathLst>
                <a:path h="240674" w="867087">
                  <a:moveTo>
                    <a:pt x="120337" y="0"/>
                  </a:moveTo>
                  <a:lnTo>
                    <a:pt x="746751" y="0"/>
                  </a:lnTo>
                  <a:cubicBezTo>
                    <a:pt x="778666" y="0"/>
                    <a:pt x="809274" y="12678"/>
                    <a:pt x="831842" y="35246"/>
                  </a:cubicBezTo>
                  <a:cubicBezTo>
                    <a:pt x="854409" y="57813"/>
                    <a:pt x="867087" y="88421"/>
                    <a:pt x="867087" y="120337"/>
                  </a:cubicBezTo>
                  <a:lnTo>
                    <a:pt x="867087" y="120337"/>
                  </a:lnTo>
                  <a:cubicBezTo>
                    <a:pt x="867087" y="186797"/>
                    <a:pt x="813211" y="240674"/>
                    <a:pt x="74675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C1F548"/>
            </a:solidFill>
          </p:spPr>
        </p:sp>
        <p:sp>
          <p:nvSpPr>
            <p:cNvPr name="TextBox 9" id="9"/>
            <p:cNvSpPr txBox="true"/>
            <p:nvPr/>
          </p:nvSpPr>
          <p:spPr>
            <a:xfrm>
              <a:off x="0" y="-19050"/>
              <a:ext cx="867088" cy="259724"/>
            </a:xfrm>
            <a:prstGeom prst="rect">
              <a:avLst/>
            </a:prstGeom>
          </p:spPr>
          <p:txBody>
            <a:bodyPr anchor="ctr" rtlCol="false" tIns="50800" lIns="50800" bIns="50800" rIns="50800"/>
            <a:lstStyle/>
            <a:p>
              <a:pPr algn="ctr">
                <a:lnSpc>
                  <a:spcPts val="2160"/>
                </a:lnSpc>
              </a:pPr>
            </a:p>
          </p:txBody>
        </p:sp>
      </p:grpSp>
      <p:grpSp>
        <p:nvGrpSpPr>
          <p:cNvPr name="Group 10" id="10"/>
          <p:cNvGrpSpPr/>
          <p:nvPr/>
        </p:nvGrpSpPr>
        <p:grpSpPr>
          <a:xfrm rot="0">
            <a:off x="2978974" y="731520"/>
            <a:ext cx="1913609" cy="597885"/>
            <a:chOff x="0" y="0"/>
            <a:chExt cx="770307" cy="240674"/>
          </a:xfrm>
        </p:grpSpPr>
        <p:sp>
          <p:nvSpPr>
            <p:cNvPr name="Freeform 11" id="11"/>
            <p:cNvSpPr/>
            <p:nvPr/>
          </p:nvSpPr>
          <p:spPr>
            <a:xfrm flipH="false" flipV="false" rot="0">
              <a:off x="0" y="0"/>
              <a:ext cx="770307" cy="240674"/>
            </a:xfrm>
            <a:custGeom>
              <a:avLst/>
              <a:gdLst/>
              <a:ahLst/>
              <a:cxnLst/>
              <a:rect r="r" b="b" t="t" l="l"/>
              <a:pathLst>
                <a:path h="240674" w="770307">
                  <a:moveTo>
                    <a:pt x="120337" y="0"/>
                  </a:moveTo>
                  <a:lnTo>
                    <a:pt x="649971" y="0"/>
                  </a:lnTo>
                  <a:cubicBezTo>
                    <a:pt x="681886" y="0"/>
                    <a:pt x="712494" y="12678"/>
                    <a:pt x="735062" y="35246"/>
                  </a:cubicBezTo>
                  <a:cubicBezTo>
                    <a:pt x="757629" y="57813"/>
                    <a:pt x="770307" y="88421"/>
                    <a:pt x="770307" y="120337"/>
                  </a:cubicBezTo>
                  <a:lnTo>
                    <a:pt x="770307" y="120337"/>
                  </a:lnTo>
                  <a:cubicBezTo>
                    <a:pt x="770307" y="186797"/>
                    <a:pt x="716431" y="240674"/>
                    <a:pt x="64997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FFFFFF"/>
            </a:solidFill>
          </p:spPr>
        </p:sp>
        <p:sp>
          <p:nvSpPr>
            <p:cNvPr name="TextBox 12" id="12"/>
            <p:cNvSpPr txBox="true"/>
            <p:nvPr/>
          </p:nvSpPr>
          <p:spPr>
            <a:xfrm>
              <a:off x="0" y="-19050"/>
              <a:ext cx="770307" cy="259724"/>
            </a:xfrm>
            <a:prstGeom prst="rect">
              <a:avLst/>
            </a:prstGeom>
          </p:spPr>
          <p:txBody>
            <a:bodyPr anchor="ctr" rtlCol="false" tIns="50800" lIns="50800" bIns="50800" rIns="50800"/>
            <a:lstStyle/>
            <a:p>
              <a:pPr algn="ctr">
                <a:lnSpc>
                  <a:spcPts val="2160"/>
                </a:lnSpc>
              </a:pPr>
            </a:p>
          </p:txBody>
        </p:sp>
      </p:grpSp>
      <p:sp>
        <p:nvSpPr>
          <p:cNvPr name="Freeform 13" id="13"/>
          <p:cNvSpPr/>
          <p:nvPr/>
        </p:nvSpPr>
        <p:spPr>
          <a:xfrm flipH="false" flipV="false" rot="0">
            <a:off x="4987833" y="731520"/>
            <a:ext cx="597885" cy="597885"/>
          </a:xfrm>
          <a:custGeom>
            <a:avLst/>
            <a:gdLst/>
            <a:ahLst/>
            <a:cxnLst/>
            <a:rect r="r" b="b" t="t" l="l"/>
            <a:pathLst>
              <a:path h="597885" w="597885">
                <a:moveTo>
                  <a:pt x="0" y="0"/>
                </a:moveTo>
                <a:lnTo>
                  <a:pt x="597885" y="0"/>
                </a:lnTo>
                <a:lnTo>
                  <a:pt x="597885" y="597885"/>
                </a:lnTo>
                <a:lnTo>
                  <a:pt x="0" y="5978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712308" y="2595318"/>
            <a:ext cx="1792908" cy="749761"/>
          </a:xfrm>
          <a:custGeom>
            <a:avLst/>
            <a:gdLst/>
            <a:ahLst/>
            <a:cxnLst/>
            <a:rect r="r" b="b" t="t" l="l"/>
            <a:pathLst>
              <a:path h="749761" w="1792908">
                <a:moveTo>
                  <a:pt x="0" y="0"/>
                </a:moveTo>
                <a:lnTo>
                  <a:pt x="1792908" y="0"/>
                </a:lnTo>
                <a:lnTo>
                  <a:pt x="1792908" y="749761"/>
                </a:lnTo>
                <a:lnTo>
                  <a:pt x="0" y="749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712308" y="3885369"/>
            <a:ext cx="5024585" cy="1667510"/>
          </a:xfrm>
          <a:prstGeom prst="rect">
            <a:avLst/>
          </a:prstGeom>
        </p:spPr>
        <p:txBody>
          <a:bodyPr anchor="t" rtlCol="false" tIns="0" lIns="0" bIns="0" rIns="0">
            <a:spAutoFit/>
          </a:bodyPr>
          <a:lstStyle/>
          <a:p>
            <a:pPr algn="l">
              <a:lnSpc>
                <a:spcPts val="6399"/>
              </a:lnSpc>
            </a:pPr>
            <a:r>
              <a:rPr lang="en-US" sz="6399" spc="-319">
                <a:solidFill>
                  <a:srgbClr val="231F20"/>
                </a:solidFill>
                <a:latin typeface="Helios"/>
                <a:ea typeface="Helios"/>
                <a:cs typeface="Helios"/>
                <a:sym typeface="Helios"/>
              </a:rPr>
              <a:t>BOOK DISCUSSION</a:t>
            </a:r>
          </a:p>
        </p:txBody>
      </p:sp>
      <p:sp>
        <p:nvSpPr>
          <p:cNvPr name="TextBox 16" id="16"/>
          <p:cNvSpPr txBox="true"/>
          <p:nvPr/>
        </p:nvSpPr>
        <p:spPr>
          <a:xfrm rot="0">
            <a:off x="712308" y="5656898"/>
            <a:ext cx="3393373" cy="552450"/>
          </a:xfrm>
          <a:prstGeom prst="rect">
            <a:avLst/>
          </a:prstGeom>
        </p:spPr>
        <p:txBody>
          <a:bodyPr anchor="t" rtlCol="false" tIns="0" lIns="0" bIns="0" rIns="0">
            <a:spAutoFit/>
          </a:bodyPr>
          <a:lstStyle/>
          <a:p>
            <a:pPr algn="l">
              <a:lnSpc>
                <a:spcPts val="2160"/>
              </a:lnSpc>
            </a:pPr>
            <a:r>
              <a:rPr lang="en-US" sz="1800" spc="-53">
                <a:solidFill>
                  <a:srgbClr val="231F20"/>
                </a:solidFill>
                <a:latin typeface="Arimo"/>
                <a:ea typeface="Arimo"/>
                <a:cs typeface="Arimo"/>
                <a:sym typeface="Arimo"/>
              </a:rPr>
              <a:t>BOOK TITLE: THE HISTORY OF COLONIALISM</a:t>
            </a:r>
          </a:p>
        </p:txBody>
      </p:sp>
      <p:sp>
        <p:nvSpPr>
          <p:cNvPr name="TextBox 17" id="17"/>
          <p:cNvSpPr txBox="true"/>
          <p:nvPr/>
        </p:nvSpPr>
        <p:spPr>
          <a:xfrm rot="0">
            <a:off x="1022526" y="906637"/>
            <a:ext cx="1527297" cy="228600"/>
          </a:xfrm>
          <a:prstGeom prst="rect">
            <a:avLst/>
          </a:prstGeom>
        </p:spPr>
        <p:txBody>
          <a:bodyPr anchor="t" rtlCol="false" tIns="0" lIns="0" bIns="0" rIns="0">
            <a:spAutoFit/>
          </a:bodyPr>
          <a:lstStyle/>
          <a:p>
            <a:pPr algn="ctr">
              <a:lnSpc>
                <a:spcPts val="1680"/>
              </a:lnSpc>
            </a:pPr>
            <a:r>
              <a:rPr lang="en-US" sz="1400" spc="-42">
                <a:solidFill>
                  <a:srgbClr val="231F20"/>
                </a:solidFill>
                <a:latin typeface="Arimo"/>
                <a:ea typeface="Arimo"/>
                <a:cs typeface="Arimo"/>
                <a:sym typeface="Arimo"/>
              </a:rPr>
              <a:t>Henrietta Mitchell</a:t>
            </a:r>
          </a:p>
        </p:txBody>
      </p:sp>
      <p:sp>
        <p:nvSpPr>
          <p:cNvPr name="TextBox 18" id="18"/>
          <p:cNvSpPr txBox="true"/>
          <p:nvPr/>
        </p:nvSpPr>
        <p:spPr>
          <a:xfrm rot="0">
            <a:off x="3172130" y="906637"/>
            <a:ext cx="1527297" cy="228600"/>
          </a:xfrm>
          <a:prstGeom prst="rect">
            <a:avLst/>
          </a:prstGeom>
        </p:spPr>
        <p:txBody>
          <a:bodyPr anchor="t" rtlCol="false" tIns="0" lIns="0" bIns="0" rIns="0">
            <a:spAutoFit/>
          </a:bodyPr>
          <a:lstStyle/>
          <a:p>
            <a:pPr algn="ctr">
              <a:lnSpc>
                <a:spcPts val="1680"/>
              </a:lnSpc>
            </a:pPr>
            <a:r>
              <a:rPr lang="en-US" sz="1400" spc="-42">
                <a:solidFill>
                  <a:srgbClr val="231F20"/>
                </a:solidFill>
                <a:latin typeface="Arimo"/>
                <a:ea typeface="Arimo"/>
                <a:cs typeface="Arimo"/>
                <a:sym typeface="Arimo"/>
              </a:rPr>
              <a:t>2nd May,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0167" y="412457"/>
            <a:ext cx="8933265" cy="6490286"/>
            <a:chOff x="0" y="0"/>
            <a:chExt cx="3308617" cy="2403810"/>
          </a:xfrm>
        </p:grpSpPr>
        <p:sp>
          <p:nvSpPr>
            <p:cNvPr name="Freeform 3" id="3"/>
            <p:cNvSpPr/>
            <p:nvPr/>
          </p:nvSpPr>
          <p:spPr>
            <a:xfrm flipH="false" flipV="false" rot="0">
              <a:off x="0" y="0"/>
              <a:ext cx="3308617" cy="2403810"/>
            </a:xfrm>
            <a:custGeom>
              <a:avLst/>
              <a:gdLst/>
              <a:ahLst/>
              <a:cxnLst/>
              <a:rect r="r" b="b" t="t" l="l"/>
              <a:pathLst>
                <a:path h="2403810" w="3308617">
                  <a:moveTo>
                    <a:pt x="17333" y="0"/>
                  </a:moveTo>
                  <a:lnTo>
                    <a:pt x="3291284" y="0"/>
                  </a:lnTo>
                  <a:cubicBezTo>
                    <a:pt x="3300857" y="0"/>
                    <a:pt x="3308617" y="7760"/>
                    <a:pt x="3308617" y="17333"/>
                  </a:cubicBezTo>
                  <a:lnTo>
                    <a:pt x="3308617" y="2386477"/>
                  </a:lnTo>
                  <a:cubicBezTo>
                    <a:pt x="3308617" y="2396049"/>
                    <a:pt x="3300857" y="2403810"/>
                    <a:pt x="3291284" y="2403810"/>
                  </a:cubicBezTo>
                  <a:lnTo>
                    <a:pt x="17333" y="2403810"/>
                  </a:lnTo>
                  <a:cubicBezTo>
                    <a:pt x="7760" y="2403810"/>
                    <a:pt x="0" y="2396049"/>
                    <a:pt x="0" y="2386477"/>
                  </a:cubicBezTo>
                  <a:lnTo>
                    <a:pt x="0" y="17333"/>
                  </a:lnTo>
                  <a:cubicBezTo>
                    <a:pt x="0" y="7760"/>
                    <a:pt x="7760" y="0"/>
                    <a:pt x="17333" y="0"/>
                  </a:cubicBezTo>
                  <a:close/>
                </a:path>
              </a:pathLst>
            </a:custGeom>
            <a:solidFill>
              <a:srgbClr val="F0F0E8"/>
            </a:solidFill>
          </p:spPr>
        </p:sp>
        <p:sp>
          <p:nvSpPr>
            <p:cNvPr name="TextBox 4" id="4"/>
            <p:cNvSpPr txBox="true"/>
            <p:nvPr/>
          </p:nvSpPr>
          <p:spPr>
            <a:xfrm>
              <a:off x="0" y="-19050"/>
              <a:ext cx="3308617" cy="2422860"/>
            </a:xfrm>
            <a:prstGeom prst="rect">
              <a:avLst/>
            </a:prstGeom>
          </p:spPr>
          <p:txBody>
            <a:bodyPr anchor="ctr" rtlCol="false" tIns="50800" lIns="50800" bIns="50800" rIns="50800"/>
            <a:lstStyle/>
            <a:p>
              <a:pPr algn="ctr">
                <a:lnSpc>
                  <a:spcPts val="2160"/>
                </a:lnSpc>
              </a:pPr>
            </a:p>
          </p:txBody>
        </p:sp>
      </p:grpSp>
      <p:sp>
        <p:nvSpPr>
          <p:cNvPr name="TextBox 5" id="5"/>
          <p:cNvSpPr txBox="true"/>
          <p:nvPr/>
        </p:nvSpPr>
        <p:spPr>
          <a:xfrm rot="0">
            <a:off x="731520" y="1658182"/>
            <a:ext cx="4145280" cy="1466215"/>
          </a:xfrm>
          <a:prstGeom prst="rect">
            <a:avLst/>
          </a:prstGeom>
        </p:spPr>
        <p:txBody>
          <a:bodyPr anchor="t" rtlCol="false" tIns="0" lIns="0" bIns="0" rIns="0">
            <a:spAutoFit/>
          </a:bodyPr>
          <a:lstStyle/>
          <a:p>
            <a:pPr algn="l">
              <a:lnSpc>
                <a:spcPts val="5600"/>
              </a:lnSpc>
            </a:pPr>
            <a:r>
              <a:rPr lang="en-US" sz="5600" spc="-280">
                <a:solidFill>
                  <a:srgbClr val="231F20"/>
                </a:solidFill>
                <a:latin typeface="Helios"/>
                <a:ea typeface="Helios"/>
                <a:cs typeface="Helios"/>
                <a:sym typeface="Helios"/>
              </a:rPr>
              <a:t>AUTHOR BIOGRAPHY</a:t>
            </a:r>
          </a:p>
        </p:txBody>
      </p:sp>
      <p:grpSp>
        <p:nvGrpSpPr>
          <p:cNvPr name="Group 6" id="6"/>
          <p:cNvGrpSpPr/>
          <p:nvPr/>
        </p:nvGrpSpPr>
        <p:grpSpPr>
          <a:xfrm rot="0">
            <a:off x="781712" y="680060"/>
            <a:ext cx="1759058" cy="488254"/>
            <a:chOff x="0" y="0"/>
            <a:chExt cx="867088" cy="240674"/>
          </a:xfrm>
        </p:grpSpPr>
        <p:sp>
          <p:nvSpPr>
            <p:cNvPr name="Freeform 7" id="7"/>
            <p:cNvSpPr/>
            <p:nvPr/>
          </p:nvSpPr>
          <p:spPr>
            <a:xfrm flipH="false" flipV="false" rot="0">
              <a:off x="0" y="0"/>
              <a:ext cx="867087" cy="240674"/>
            </a:xfrm>
            <a:custGeom>
              <a:avLst/>
              <a:gdLst/>
              <a:ahLst/>
              <a:cxnLst/>
              <a:rect r="r" b="b" t="t" l="l"/>
              <a:pathLst>
                <a:path h="240674" w="867087">
                  <a:moveTo>
                    <a:pt x="120337" y="0"/>
                  </a:moveTo>
                  <a:lnTo>
                    <a:pt x="746751" y="0"/>
                  </a:lnTo>
                  <a:cubicBezTo>
                    <a:pt x="778666" y="0"/>
                    <a:pt x="809274" y="12678"/>
                    <a:pt x="831842" y="35246"/>
                  </a:cubicBezTo>
                  <a:cubicBezTo>
                    <a:pt x="854409" y="57813"/>
                    <a:pt x="867087" y="88421"/>
                    <a:pt x="867087" y="120337"/>
                  </a:cubicBezTo>
                  <a:lnTo>
                    <a:pt x="867087" y="120337"/>
                  </a:lnTo>
                  <a:cubicBezTo>
                    <a:pt x="867087" y="186797"/>
                    <a:pt x="813211" y="240674"/>
                    <a:pt x="74675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C1F548"/>
            </a:solidFill>
          </p:spPr>
        </p:sp>
        <p:sp>
          <p:nvSpPr>
            <p:cNvPr name="TextBox 8" id="8"/>
            <p:cNvSpPr txBox="true"/>
            <p:nvPr/>
          </p:nvSpPr>
          <p:spPr>
            <a:xfrm>
              <a:off x="0" y="-19050"/>
              <a:ext cx="867088" cy="259724"/>
            </a:xfrm>
            <a:prstGeom prst="rect">
              <a:avLst/>
            </a:prstGeom>
          </p:spPr>
          <p:txBody>
            <a:bodyPr anchor="ctr" rtlCol="false" tIns="50800" lIns="50800" bIns="50800" rIns="50800"/>
            <a:lstStyle/>
            <a:p>
              <a:pPr algn="ctr">
                <a:lnSpc>
                  <a:spcPts val="2160"/>
                </a:lnSpc>
              </a:pPr>
            </a:p>
          </p:txBody>
        </p:sp>
      </p:grpSp>
      <p:grpSp>
        <p:nvGrpSpPr>
          <p:cNvPr name="Group 9" id="9"/>
          <p:cNvGrpSpPr/>
          <p:nvPr/>
        </p:nvGrpSpPr>
        <p:grpSpPr>
          <a:xfrm rot="0">
            <a:off x="6843129" y="680060"/>
            <a:ext cx="1562720" cy="488254"/>
            <a:chOff x="0" y="0"/>
            <a:chExt cx="770307" cy="240674"/>
          </a:xfrm>
        </p:grpSpPr>
        <p:sp>
          <p:nvSpPr>
            <p:cNvPr name="Freeform 10" id="10"/>
            <p:cNvSpPr/>
            <p:nvPr/>
          </p:nvSpPr>
          <p:spPr>
            <a:xfrm flipH="false" flipV="false" rot="0">
              <a:off x="0" y="0"/>
              <a:ext cx="770307" cy="240674"/>
            </a:xfrm>
            <a:custGeom>
              <a:avLst/>
              <a:gdLst/>
              <a:ahLst/>
              <a:cxnLst/>
              <a:rect r="r" b="b" t="t" l="l"/>
              <a:pathLst>
                <a:path h="240674" w="770307">
                  <a:moveTo>
                    <a:pt x="120337" y="0"/>
                  </a:moveTo>
                  <a:lnTo>
                    <a:pt x="649971" y="0"/>
                  </a:lnTo>
                  <a:cubicBezTo>
                    <a:pt x="681886" y="0"/>
                    <a:pt x="712494" y="12678"/>
                    <a:pt x="735062" y="35246"/>
                  </a:cubicBezTo>
                  <a:cubicBezTo>
                    <a:pt x="757629" y="57813"/>
                    <a:pt x="770307" y="88421"/>
                    <a:pt x="770307" y="120337"/>
                  </a:cubicBezTo>
                  <a:lnTo>
                    <a:pt x="770307" y="120337"/>
                  </a:lnTo>
                  <a:cubicBezTo>
                    <a:pt x="770307" y="186797"/>
                    <a:pt x="716431" y="240674"/>
                    <a:pt x="64997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FFFFFF"/>
            </a:solidFill>
          </p:spPr>
        </p:sp>
        <p:sp>
          <p:nvSpPr>
            <p:cNvPr name="TextBox 11" id="11"/>
            <p:cNvSpPr txBox="true"/>
            <p:nvPr/>
          </p:nvSpPr>
          <p:spPr>
            <a:xfrm>
              <a:off x="0" y="-19050"/>
              <a:ext cx="770307" cy="259724"/>
            </a:xfrm>
            <a:prstGeom prst="rect">
              <a:avLst/>
            </a:prstGeom>
          </p:spPr>
          <p:txBody>
            <a:bodyPr anchor="ctr" rtlCol="false" tIns="50800" lIns="50800" bIns="50800" rIns="50800"/>
            <a:lstStyle/>
            <a:p>
              <a:pPr algn="ctr">
                <a:lnSpc>
                  <a:spcPts val="2160"/>
                </a:lnSpc>
              </a:pPr>
            </a:p>
          </p:txBody>
        </p:sp>
      </p:grpSp>
      <p:sp>
        <p:nvSpPr>
          <p:cNvPr name="Freeform 12" id="12"/>
          <p:cNvSpPr/>
          <p:nvPr/>
        </p:nvSpPr>
        <p:spPr>
          <a:xfrm flipH="false" flipV="false" rot="0">
            <a:off x="8483634" y="680060"/>
            <a:ext cx="488254" cy="488254"/>
          </a:xfrm>
          <a:custGeom>
            <a:avLst/>
            <a:gdLst/>
            <a:ahLst/>
            <a:cxnLst/>
            <a:rect r="r" b="b" t="t" l="l"/>
            <a:pathLst>
              <a:path h="488254" w="488254">
                <a:moveTo>
                  <a:pt x="0" y="0"/>
                </a:moveTo>
                <a:lnTo>
                  <a:pt x="488254" y="0"/>
                </a:lnTo>
                <a:lnTo>
                  <a:pt x="488254" y="488254"/>
                </a:lnTo>
                <a:lnTo>
                  <a:pt x="0" y="4882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019358"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Henrietta Mitchell</a:t>
            </a:r>
          </a:p>
        </p:txBody>
      </p:sp>
      <p:sp>
        <p:nvSpPr>
          <p:cNvPr name="TextBox 14" id="14"/>
          <p:cNvSpPr txBox="true"/>
          <p:nvPr/>
        </p:nvSpPr>
        <p:spPr>
          <a:xfrm rot="0">
            <a:off x="7000867"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2nd May, 2026</a:t>
            </a:r>
          </a:p>
        </p:txBody>
      </p:sp>
      <p:grpSp>
        <p:nvGrpSpPr>
          <p:cNvPr name="Group 15" id="15"/>
          <p:cNvGrpSpPr/>
          <p:nvPr/>
        </p:nvGrpSpPr>
        <p:grpSpPr>
          <a:xfrm rot="0">
            <a:off x="731520" y="3957593"/>
            <a:ext cx="1817706" cy="567445"/>
            <a:chOff x="0" y="0"/>
            <a:chExt cx="895997" cy="279709"/>
          </a:xfrm>
        </p:grpSpPr>
        <p:sp>
          <p:nvSpPr>
            <p:cNvPr name="Freeform 16" id="16"/>
            <p:cNvSpPr/>
            <p:nvPr/>
          </p:nvSpPr>
          <p:spPr>
            <a:xfrm flipH="false" flipV="false" rot="0">
              <a:off x="0" y="0"/>
              <a:ext cx="895996" cy="279709"/>
            </a:xfrm>
            <a:custGeom>
              <a:avLst/>
              <a:gdLst/>
              <a:ahLst/>
              <a:cxnLst/>
              <a:rect r="r" b="b" t="t" l="l"/>
              <a:pathLst>
                <a:path h="279709" w="895996">
                  <a:moveTo>
                    <a:pt x="139855" y="0"/>
                  </a:moveTo>
                  <a:lnTo>
                    <a:pt x="756142" y="0"/>
                  </a:lnTo>
                  <a:cubicBezTo>
                    <a:pt x="833381" y="0"/>
                    <a:pt x="895996" y="62615"/>
                    <a:pt x="895996" y="139855"/>
                  </a:cubicBezTo>
                  <a:lnTo>
                    <a:pt x="895996" y="139855"/>
                  </a:lnTo>
                  <a:cubicBezTo>
                    <a:pt x="895996" y="176946"/>
                    <a:pt x="881262" y="212519"/>
                    <a:pt x="855034" y="238747"/>
                  </a:cubicBezTo>
                  <a:cubicBezTo>
                    <a:pt x="828806" y="264975"/>
                    <a:pt x="793234" y="279709"/>
                    <a:pt x="756142" y="279709"/>
                  </a:cubicBezTo>
                  <a:lnTo>
                    <a:pt x="139855" y="279709"/>
                  </a:lnTo>
                  <a:cubicBezTo>
                    <a:pt x="62615" y="279709"/>
                    <a:pt x="0" y="217094"/>
                    <a:pt x="0" y="139855"/>
                  </a:cubicBezTo>
                  <a:lnTo>
                    <a:pt x="0" y="139855"/>
                  </a:lnTo>
                  <a:cubicBezTo>
                    <a:pt x="0" y="62615"/>
                    <a:pt x="62615" y="0"/>
                    <a:pt x="139855" y="0"/>
                  </a:cubicBezTo>
                  <a:close/>
                </a:path>
              </a:pathLst>
            </a:custGeom>
            <a:ln w="9525" cap="rnd">
              <a:solidFill>
                <a:srgbClr val="000000"/>
              </a:solidFill>
              <a:prstDash val="solid"/>
              <a:round/>
            </a:ln>
          </p:spPr>
        </p:sp>
        <p:sp>
          <p:nvSpPr>
            <p:cNvPr name="TextBox 17" id="17"/>
            <p:cNvSpPr txBox="true"/>
            <p:nvPr/>
          </p:nvSpPr>
          <p:spPr>
            <a:xfrm>
              <a:off x="0" y="-19050"/>
              <a:ext cx="895997" cy="298759"/>
            </a:xfrm>
            <a:prstGeom prst="rect">
              <a:avLst/>
            </a:prstGeom>
          </p:spPr>
          <p:txBody>
            <a:bodyPr anchor="ctr" rtlCol="false" tIns="50800" lIns="50800" bIns="50800" rIns="50800"/>
            <a:lstStyle/>
            <a:p>
              <a:pPr algn="ctr">
                <a:lnSpc>
                  <a:spcPts val="1439"/>
                </a:lnSpc>
              </a:pPr>
              <a:r>
                <a:rPr lang="en-US" sz="1200" spc="-36">
                  <a:solidFill>
                    <a:srgbClr val="231F20"/>
                  </a:solidFill>
                  <a:latin typeface="Arimo"/>
                  <a:ea typeface="Arimo"/>
                  <a:cs typeface="Arimo"/>
                  <a:sym typeface="Arimo"/>
                </a:rPr>
                <a:t>ISABEL MERCADO</a:t>
              </a:r>
            </a:p>
          </p:txBody>
        </p:sp>
      </p:grpSp>
      <p:grpSp>
        <p:nvGrpSpPr>
          <p:cNvPr name="Group 18" id="18"/>
          <p:cNvGrpSpPr/>
          <p:nvPr/>
        </p:nvGrpSpPr>
        <p:grpSpPr>
          <a:xfrm rot="0">
            <a:off x="2607327" y="3957593"/>
            <a:ext cx="1875807" cy="567445"/>
            <a:chOff x="0" y="0"/>
            <a:chExt cx="924636" cy="279709"/>
          </a:xfrm>
        </p:grpSpPr>
        <p:sp>
          <p:nvSpPr>
            <p:cNvPr name="Freeform 19" id="19"/>
            <p:cNvSpPr/>
            <p:nvPr/>
          </p:nvSpPr>
          <p:spPr>
            <a:xfrm flipH="false" flipV="false" rot="0">
              <a:off x="0" y="0"/>
              <a:ext cx="924636" cy="279709"/>
            </a:xfrm>
            <a:custGeom>
              <a:avLst/>
              <a:gdLst/>
              <a:ahLst/>
              <a:cxnLst/>
              <a:rect r="r" b="b" t="t" l="l"/>
              <a:pathLst>
                <a:path h="279709" w="924636">
                  <a:moveTo>
                    <a:pt x="139855" y="0"/>
                  </a:moveTo>
                  <a:lnTo>
                    <a:pt x="784781" y="0"/>
                  </a:lnTo>
                  <a:cubicBezTo>
                    <a:pt x="821873" y="0"/>
                    <a:pt x="857446" y="14735"/>
                    <a:pt x="883674" y="40962"/>
                  </a:cubicBezTo>
                  <a:cubicBezTo>
                    <a:pt x="909901" y="67190"/>
                    <a:pt x="924636" y="102763"/>
                    <a:pt x="924636" y="139855"/>
                  </a:cubicBezTo>
                  <a:lnTo>
                    <a:pt x="924636" y="139855"/>
                  </a:lnTo>
                  <a:cubicBezTo>
                    <a:pt x="924636" y="217094"/>
                    <a:pt x="862021" y="279709"/>
                    <a:pt x="784781" y="279709"/>
                  </a:cubicBezTo>
                  <a:lnTo>
                    <a:pt x="139855" y="279709"/>
                  </a:lnTo>
                  <a:cubicBezTo>
                    <a:pt x="62615" y="279709"/>
                    <a:pt x="0" y="217094"/>
                    <a:pt x="0" y="139855"/>
                  </a:cubicBezTo>
                  <a:lnTo>
                    <a:pt x="0" y="139855"/>
                  </a:lnTo>
                  <a:cubicBezTo>
                    <a:pt x="0" y="62615"/>
                    <a:pt x="62615" y="0"/>
                    <a:pt x="139855" y="0"/>
                  </a:cubicBezTo>
                  <a:close/>
                </a:path>
              </a:pathLst>
            </a:custGeom>
            <a:solidFill>
              <a:srgbClr val="FFFFFF"/>
            </a:solidFill>
            <a:ln cap="rnd">
              <a:noFill/>
              <a:prstDash val="solid"/>
              <a:round/>
            </a:ln>
          </p:spPr>
        </p:sp>
        <p:sp>
          <p:nvSpPr>
            <p:cNvPr name="TextBox 20" id="20"/>
            <p:cNvSpPr txBox="true"/>
            <p:nvPr/>
          </p:nvSpPr>
          <p:spPr>
            <a:xfrm>
              <a:off x="0" y="-19050"/>
              <a:ext cx="924636" cy="298759"/>
            </a:xfrm>
            <a:prstGeom prst="rect">
              <a:avLst/>
            </a:prstGeom>
          </p:spPr>
          <p:txBody>
            <a:bodyPr anchor="ctr" rtlCol="false" tIns="50800" lIns="50800" bIns="50800" rIns="50800"/>
            <a:lstStyle/>
            <a:p>
              <a:pPr algn="ctr">
                <a:lnSpc>
                  <a:spcPts val="1439"/>
                </a:lnSpc>
              </a:pPr>
              <a:r>
                <a:rPr lang="en-US" sz="1200" spc="-36">
                  <a:solidFill>
                    <a:srgbClr val="231F20"/>
                  </a:solidFill>
                  <a:latin typeface="Arimo"/>
                  <a:ea typeface="Arimo"/>
                  <a:cs typeface="Arimo"/>
                  <a:sym typeface="Arimo"/>
                </a:rPr>
                <a:t>MARCH 15, 1980</a:t>
              </a:r>
            </a:p>
          </p:txBody>
        </p:sp>
      </p:grpSp>
      <p:grpSp>
        <p:nvGrpSpPr>
          <p:cNvPr name="Group 21" id="21"/>
          <p:cNvGrpSpPr/>
          <p:nvPr/>
        </p:nvGrpSpPr>
        <p:grpSpPr>
          <a:xfrm rot="0">
            <a:off x="731520" y="4643623"/>
            <a:ext cx="3751613" cy="567445"/>
            <a:chOff x="0" y="0"/>
            <a:chExt cx="1849272" cy="279709"/>
          </a:xfrm>
        </p:grpSpPr>
        <p:sp>
          <p:nvSpPr>
            <p:cNvPr name="Freeform 22" id="22"/>
            <p:cNvSpPr/>
            <p:nvPr/>
          </p:nvSpPr>
          <p:spPr>
            <a:xfrm flipH="false" flipV="false" rot="0">
              <a:off x="0" y="0"/>
              <a:ext cx="1849272" cy="279709"/>
            </a:xfrm>
            <a:custGeom>
              <a:avLst/>
              <a:gdLst/>
              <a:ahLst/>
              <a:cxnLst/>
              <a:rect r="r" b="b" t="t" l="l"/>
              <a:pathLst>
                <a:path h="279709" w="1849272">
                  <a:moveTo>
                    <a:pt x="139855" y="0"/>
                  </a:moveTo>
                  <a:lnTo>
                    <a:pt x="1709417" y="0"/>
                  </a:lnTo>
                  <a:cubicBezTo>
                    <a:pt x="1786657" y="0"/>
                    <a:pt x="1849272" y="62615"/>
                    <a:pt x="1849272" y="139855"/>
                  </a:cubicBezTo>
                  <a:lnTo>
                    <a:pt x="1849272" y="139855"/>
                  </a:lnTo>
                  <a:cubicBezTo>
                    <a:pt x="1849272" y="217094"/>
                    <a:pt x="1786657" y="279709"/>
                    <a:pt x="1709417" y="279709"/>
                  </a:cubicBezTo>
                  <a:lnTo>
                    <a:pt x="139855" y="279709"/>
                  </a:lnTo>
                  <a:cubicBezTo>
                    <a:pt x="62615" y="279709"/>
                    <a:pt x="0" y="217094"/>
                    <a:pt x="0" y="139855"/>
                  </a:cubicBezTo>
                  <a:lnTo>
                    <a:pt x="0" y="139855"/>
                  </a:lnTo>
                  <a:cubicBezTo>
                    <a:pt x="0" y="62615"/>
                    <a:pt x="62615" y="0"/>
                    <a:pt x="139855" y="0"/>
                  </a:cubicBezTo>
                  <a:close/>
                </a:path>
              </a:pathLst>
            </a:custGeom>
            <a:solidFill>
              <a:srgbClr val="231F20"/>
            </a:solidFill>
            <a:ln cap="rnd">
              <a:noFill/>
              <a:prstDash val="solid"/>
              <a:round/>
            </a:ln>
          </p:spPr>
        </p:sp>
        <p:sp>
          <p:nvSpPr>
            <p:cNvPr name="TextBox 23" id="23"/>
            <p:cNvSpPr txBox="true"/>
            <p:nvPr/>
          </p:nvSpPr>
          <p:spPr>
            <a:xfrm>
              <a:off x="0" y="-19050"/>
              <a:ext cx="1849272" cy="298759"/>
            </a:xfrm>
            <a:prstGeom prst="rect">
              <a:avLst/>
            </a:prstGeom>
          </p:spPr>
          <p:txBody>
            <a:bodyPr anchor="ctr" rtlCol="false" tIns="50800" lIns="50800" bIns="50800" rIns="50800"/>
            <a:lstStyle/>
            <a:p>
              <a:pPr algn="ctr">
                <a:lnSpc>
                  <a:spcPts val="1439"/>
                </a:lnSpc>
              </a:pPr>
              <a:r>
                <a:rPr lang="en-US" sz="1200" spc="-36">
                  <a:solidFill>
                    <a:srgbClr val="FFFFFF"/>
                  </a:solidFill>
                  <a:latin typeface="Arimo"/>
                  <a:ea typeface="Arimo"/>
                  <a:cs typeface="Arimo"/>
                  <a:sym typeface="Arimo"/>
                </a:rPr>
                <a:t>PLACE OF BIRTH: ANY CITY, ANYWHERE</a:t>
              </a:r>
            </a:p>
          </p:txBody>
        </p:sp>
      </p:grpSp>
      <p:grpSp>
        <p:nvGrpSpPr>
          <p:cNvPr name="Group 24" id="24"/>
          <p:cNvGrpSpPr/>
          <p:nvPr/>
        </p:nvGrpSpPr>
        <p:grpSpPr>
          <a:xfrm rot="0">
            <a:off x="5125061" y="3957593"/>
            <a:ext cx="3751613" cy="567445"/>
            <a:chOff x="0" y="0"/>
            <a:chExt cx="1849272" cy="279709"/>
          </a:xfrm>
        </p:grpSpPr>
        <p:sp>
          <p:nvSpPr>
            <p:cNvPr name="Freeform 25" id="25"/>
            <p:cNvSpPr/>
            <p:nvPr/>
          </p:nvSpPr>
          <p:spPr>
            <a:xfrm flipH="false" flipV="false" rot="0">
              <a:off x="0" y="0"/>
              <a:ext cx="1849272" cy="279709"/>
            </a:xfrm>
            <a:custGeom>
              <a:avLst/>
              <a:gdLst/>
              <a:ahLst/>
              <a:cxnLst/>
              <a:rect r="r" b="b" t="t" l="l"/>
              <a:pathLst>
                <a:path h="279709" w="1849272">
                  <a:moveTo>
                    <a:pt x="139855" y="0"/>
                  </a:moveTo>
                  <a:lnTo>
                    <a:pt x="1709417" y="0"/>
                  </a:lnTo>
                  <a:cubicBezTo>
                    <a:pt x="1786657" y="0"/>
                    <a:pt x="1849272" y="62615"/>
                    <a:pt x="1849272" y="139855"/>
                  </a:cubicBezTo>
                  <a:lnTo>
                    <a:pt x="1849272" y="139855"/>
                  </a:lnTo>
                  <a:cubicBezTo>
                    <a:pt x="1849272" y="217094"/>
                    <a:pt x="1786657" y="279709"/>
                    <a:pt x="1709417" y="279709"/>
                  </a:cubicBezTo>
                  <a:lnTo>
                    <a:pt x="139855" y="279709"/>
                  </a:lnTo>
                  <a:cubicBezTo>
                    <a:pt x="62615" y="279709"/>
                    <a:pt x="0" y="217094"/>
                    <a:pt x="0" y="139855"/>
                  </a:cubicBezTo>
                  <a:lnTo>
                    <a:pt x="0" y="139855"/>
                  </a:lnTo>
                  <a:cubicBezTo>
                    <a:pt x="0" y="62615"/>
                    <a:pt x="62615" y="0"/>
                    <a:pt x="139855" y="0"/>
                  </a:cubicBezTo>
                  <a:close/>
                </a:path>
              </a:pathLst>
            </a:custGeom>
            <a:solidFill>
              <a:srgbClr val="C1F548"/>
            </a:solidFill>
            <a:ln cap="rnd">
              <a:noFill/>
              <a:prstDash val="solid"/>
              <a:round/>
            </a:ln>
          </p:spPr>
        </p:sp>
        <p:sp>
          <p:nvSpPr>
            <p:cNvPr name="TextBox 26" id="26"/>
            <p:cNvSpPr txBox="true"/>
            <p:nvPr/>
          </p:nvSpPr>
          <p:spPr>
            <a:xfrm>
              <a:off x="0" y="-19050"/>
              <a:ext cx="1849272" cy="298759"/>
            </a:xfrm>
            <a:prstGeom prst="rect">
              <a:avLst/>
            </a:prstGeom>
          </p:spPr>
          <p:txBody>
            <a:bodyPr anchor="ctr" rtlCol="false" tIns="50800" lIns="50800" bIns="50800" rIns="50800"/>
            <a:lstStyle/>
            <a:p>
              <a:pPr algn="ctr">
                <a:lnSpc>
                  <a:spcPts val="1439"/>
                </a:lnSpc>
              </a:pPr>
              <a:r>
                <a:rPr lang="en-US" sz="1200" spc="-36">
                  <a:solidFill>
                    <a:srgbClr val="231F20"/>
                  </a:solidFill>
                  <a:latin typeface="Arimo"/>
                  <a:ea typeface="Arimo"/>
                  <a:cs typeface="Arimo"/>
                  <a:sym typeface="Arimo"/>
                </a:rPr>
                <a:t>BACHELOR’S IN HISTORY, FAUGET UNIVERSITY</a:t>
              </a:r>
            </a:p>
          </p:txBody>
        </p:sp>
      </p:grpSp>
      <p:grpSp>
        <p:nvGrpSpPr>
          <p:cNvPr name="Group 27" id="27"/>
          <p:cNvGrpSpPr/>
          <p:nvPr/>
        </p:nvGrpSpPr>
        <p:grpSpPr>
          <a:xfrm rot="0">
            <a:off x="5125061" y="4643623"/>
            <a:ext cx="3751613" cy="567445"/>
            <a:chOff x="0" y="0"/>
            <a:chExt cx="1849272" cy="279709"/>
          </a:xfrm>
        </p:grpSpPr>
        <p:sp>
          <p:nvSpPr>
            <p:cNvPr name="Freeform 28" id="28"/>
            <p:cNvSpPr/>
            <p:nvPr/>
          </p:nvSpPr>
          <p:spPr>
            <a:xfrm flipH="false" flipV="false" rot="0">
              <a:off x="0" y="0"/>
              <a:ext cx="1849272" cy="279709"/>
            </a:xfrm>
            <a:custGeom>
              <a:avLst/>
              <a:gdLst/>
              <a:ahLst/>
              <a:cxnLst/>
              <a:rect r="r" b="b" t="t" l="l"/>
              <a:pathLst>
                <a:path h="279709" w="1849272">
                  <a:moveTo>
                    <a:pt x="139855" y="0"/>
                  </a:moveTo>
                  <a:lnTo>
                    <a:pt x="1709417" y="0"/>
                  </a:lnTo>
                  <a:cubicBezTo>
                    <a:pt x="1786657" y="0"/>
                    <a:pt x="1849272" y="62615"/>
                    <a:pt x="1849272" y="139855"/>
                  </a:cubicBezTo>
                  <a:lnTo>
                    <a:pt x="1849272" y="139855"/>
                  </a:lnTo>
                  <a:cubicBezTo>
                    <a:pt x="1849272" y="217094"/>
                    <a:pt x="1786657" y="279709"/>
                    <a:pt x="1709417" y="279709"/>
                  </a:cubicBezTo>
                  <a:lnTo>
                    <a:pt x="139855" y="279709"/>
                  </a:lnTo>
                  <a:cubicBezTo>
                    <a:pt x="62615" y="279709"/>
                    <a:pt x="0" y="217094"/>
                    <a:pt x="0" y="139855"/>
                  </a:cubicBezTo>
                  <a:lnTo>
                    <a:pt x="0" y="139855"/>
                  </a:lnTo>
                  <a:cubicBezTo>
                    <a:pt x="0" y="62615"/>
                    <a:pt x="62615" y="0"/>
                    <a:pt x="139855" y="0"/>
                  </a:cubicBezTo>
                  <a:close/>
                </a:path>
              </a:pathLst>
            </a:custGeom>
            <a:ln w="9525" cap="rnd">
              <a:solidFill>
                <a:srgbClr val="000000"/>
              </a:solidFill>
              <a:prstDash val="solid"/>
              <a:round/>
            </a:ln>
          </p:spPr>
        </p:sp>
        <p:sp>
          <p:nvSpPr>
            <p:cNvPr name="TextBox 29" id="29"/>
            <p:cNvSpPr txBox="true"/>
            <p:nvPr/>
          </p:nvSpPr>
          <p:spPr>
            <a:xfrm>
              <a:off x="0" y="-19050"/>
              <a:ext cx="1849272" cy="298759"/>
            </a:xfrm>
            <a:prstGeom prst="rect">
              <a:avLst/>
            </a:prstGeom>
          </p:spPr>
          <p:txBody>
            <a:bodyPr anchor="ctr" rtlCol="false" tIns="50800" lIns="50800" bIns="50800" rIns="50800"/>
            <a:lstStyle/>
            <a:p>
              <a:pPr algn="ctr">
                <a:lnSpc>
                  <a:spcPts val="1439"/>
                </a:lnSpc>
              </a:pPr>
              <a:r>
                <a:rPr lang="en-US" sz="1200" spc="-36">
                  <a:solidFill>
                    <a:srgbClr val="231F20"/>
                  </a:solidFill>
                  <a:latin typeface="Arimo"/>
                  <a:ea typeface="Arimo"/>
                  <a:cs typeface="Arimo"/>
                  <a:sym typeface="Arimo"/>
                </a:rPr>
                <a:t>MASTER’S AND DOCTORATE IN HISTORY, STANFORD &amp; CO. UNIVERSITY</a:t>
              </a:r>
            </a:p>
          </p:txBody>
        </p:sp>
      </p:grpSp>
      <p:grpSp>
        <p:nvGrpSpPr>
          <p:cNvPr name="Group 30" id="30"/>
          <p:cNvGrpSpPr/>
          <p:nvPr/>
        </p:nvGrpSpPr>
        <p:grpSpPr>
          <a:xfrm rot="0">
            <a:off x="731520" y="5957828"/>
            <a:ext cx="3751613" cy="567445"/>
            <a:chOff x="0" y="0"/>
            <a:chExt cx="1849272" cy="279709"/>
          </a:xfrm>
        </p:grpSpPr>
        <p:sp>
          <p:nvSpPr>
            <p:cNvPr name="Freeform 31" id="31"/>
            <p:cNvSpPr/>
            <p:nvPr/>
          </p:nvSpPr>
          <p:spPr>
            <a:xfrm flipH="false" flipV="false" rot="0">
              <a:off x="0" y="0"/>
              <a:ext cx="1849272" cy="279709"/>
            </a:xfrm>
            <a:custGeom>
              <a:avLst/>
              <a:gdLst/>
              <a:ahLst/>
              <a:cxnLst/>
              <a:rect r="r" b="b" t="t" l="l"/>
              <a:pathLst>
                <a:path h="279709" w="1849272">
                  <a:moveTo>
                    <a:pt x="139855" y="0"/>
                  </a:moveTo>
                  <a:lnTo>
                    <a:pt x="1709417" y="0"/>
                  </a:lnTo>
                  <a:cubicBezTo>
                    <a:pt x="1786657" y="0"/>
                    <a:pt x="1849272" y="62615"/>
                    <a:pt x="1849272" y="139855"/>
                  </a:cubicBezTo>
                  <a:lnTo>
                    <a:pt x="1849272" y="139855"/>
                  </a:lnTo>
                  <a:cubicBezTo>
                    <a:pt x="1849272" y="217094"/>
                    <a:pt x="1786657" y="279709"/>
                    <a:pt x="1709417" y="279709"/>
                  </a:cubicBezTo>
                  <a:lnTo>
                    <a:pt x="139855" y="279709"/>
                  </a:lnTo>
                  <a:cubicBezTo>
                    <a:pt x="62615" y="279709"/>
                    <a:pt x="0" y="217094"/>
                    <a:pt x="0" y="139855"/>
                  </a:cubicBezTo>
                  <a:lnTo>
                    <a:pt x="0" y="139855"/>
                  </a:lnTo>
                  <a:cubicBezTo>
                    <a:pt x="0" y="62615"/>
                    <a:pt x="62615" y="0"/>
                    <a:pt x="139855" y="0"/>
                  </a:cubicBezTo>
                  <a:close/>
                </a:path>
              </a:pathLst>
            </a:custGeom>
            <a:solidFill>
              <a:srgbClr val="C1F548"/>
            </a:solidFill>
            <a:ln cap="rnd">
              <a:noFill/>
              <a:prstDash val="solid"/>
              <a:round/>
            </a:ln>
          </p:spPr>
        </p:sp>
        <p:sp>
          <p:nvSpPr>
            <p:cNvPr name="TextBox 32" id="32"/>
            <p:cNvSpPr txBox="true"/>
            <p:nvPr/>
          </p:nvSpPr>
          <p:spPr>
            <a:xfrm>
              <a:off x="0" y="-19050"/>
              <a:ext cx="1849272" cy="298759"/>
            </a:xfrm>
            <a:prstGeom prst="rect">
              <a:avLst/>
            </a:prstGeom>
          </p:spPr>
          <p:txBody>
            <a:bodyPr anchor="ctr" rtlCol="false" tIns="50800" lIns="50800" bIns="50800" rIns="50800"/>
            <a:lstStyle/>
            <a:p>
              <a:pPr algn="ctr">
                <a:lnSpc>
                  <a:spcPts val="1439"/>
                </a:lnSpc>
              </a:pPr>
              <a:r>
                <a:rPr lang="en-US" sz="1200" spc="-36">
                  <a:solidFill>
                    <a:srgbClr val="231F20"/>
                  </a:solidFill>
                  <a:latin typeface="Arimo"/>
                  <a:ea typeface="Arimo"/>
                  <a:cs typeface="Arimo"/>
                  <a:sym typeface="Arimo"/>
                </a:rPr>
                <a:t>HISTORY LECTURER AT BROCELLE UNIVERSITY</a:t>
              </a:r>
            </a:p>
          </p:txBody>
        </p:sp>
      </p:grpSp>
      <p:grpSp>
        <p:nvGrpSpPr>
          <p:cNvPr name="Group 33" id="33"/>
          <p:cNvGrpSpPr/>
          <p:nvPr/>
        </p:nvGrpSpPr>
        <p:grpSpPr>
          <a:xfrm rot="0">
            <a:off x="5125061" y="5957828"/>
            <a:ext cx="3751613" cy="567445"/>
            <a:chOff x="0" y="0"/>
            <a:chExt cx="1849272" cy="279709"/>
          </a:xfrm>
        </p:grpSpPr>
        <p:sp>
          <p:nvSpPr>
            <p:cNvPr name="Freeform 34" id="34"/>
            <p:cNvSpPr/>
            <p:nvPr/>
          </p:nvSpPr>
          <p:spPr>
            <a:xfrm flipH="false" flipV="false" rot="0">
              <a:off x="0" y="0"/>
              <a:ext cx="1849272" cy="279709"/>
            </a:xfrm>
            <a:custGeom>
              <a:avLst/>
              <a:gdLst/>
              <a:ahLst/>
              <a:cxnLst/>
              <a:rect r="r" b="b" t="t" l="l"/>
              <a:pathLst>
                <a:path h="279709" w="1849272">
                  <a:moveTo>
                    <a:pt x="139855" y="0"/>
                  </a:moveTo>
                  <a:lnTo>
                    <a:pt x="1709417" y="0"/>
                  </a:lnTo>
                  <a:cubicBezTo>
                    <a:pt x="1786657" y="0"/>
                    <a:pt x="1849272" y="62615"/>
                    <a:pt x="1849272" y="139855"/>
                  </a:cubicBezTo>
                  <a:lnTo>
                    <a:pt x="1849272" y="139855"/>
                  </a:lnTo>
                  <a:cubicBezTo>
                    <a:pt x="1849272" y="217094"/>
                    <a:pt x="1786657" y="279709"/>
                    <a:pt x="1709417" y="279709"/>
                  </a:cubicBezTo>
                  <a:lnTo>
                    <a:pt x="139855" y="279709"/>
                  </a:lnTo>
                  <a:cubicBezTo>
                    <a:pt x="62615" y="279709"/>
                    <a:pt x="0" y="217094"/>
                    <a:pt x="0" y="139855"/>
                  </a:cubicBezTo>
                  <a:lnTo>
                    <a:pt x="0" y="139855"/>
                  </a:lnTo>
                  <a:cubicBezTo>
                    <a:pt x="0" y="62615"/>
                    <a:pt x="62615" y="0"/>
                    <a:pt x="139855" y="0"/>
                  </a:cubicBezTo>
                  <a:close/>
                </a:path>
              </a:pathLst>
            </a:custGeom>
            <a:solidFill>
              <a:srgbClr val="231F20"/>
            </a:solidFill>
            <a:ln cap="rnd">
              <a:noFill/>
              <a:prstDash val="solid"/>
              <a:round/>
            </a:ln>
          </p:spPr>
        </p:sp>
        <p:sp>
          <p:nvSpPr>
            <p:cNvPr name="TextBox 35" id="35"/>
            <p:cNvSpPr txBox="true"/>
            <p:nvPr/>
          </p:nvSpPr>
          <p:spPr>
            <a:xfrm>
              <a:off x="0" y="-19050"/>
              <a:ext cx="1849272" cy="298759"/>
            </a:xfrm>
            <a:prstGeom prst="rect">
              <a:avLst/>
            </a:prstGeom>
          </p:spPr>
          <p:txBody>
            <a:bodyPr anchor="ctr" rtlCol="false" tIns="50800" lIns="50800" bIns="50800" rIns="50800"/>
            <a:lstStyle/>
            <a:p>
              <a:pPr algn="ctr">
                <a:lnSpc>
                  <a:spcPts val="1439"/>
                </a:lnSpc>
              </a:pPr>
              <a:r>
                <a:rPr lang="en-US" sz="1200" spc="-36">
                  <a:solidFill>
                    <a:srgbClr val="FFFFFF"/>
                  </a:solidFill>
                  <a:latin typeface="Arimo"/>
                  <a:ea typeface="Arimo"/>
                  <a:cs typeface="Arimo"/>
                  <a:sym typeface="Arimo"/>
                </a:rPr>
                <a:t>RESEARCHER AT THE NATIONAL INSTITUTE</a:t>
              </a:r>
            </a:p>
            <a:p>
              <a:pPr algn="ctr">
                <a:lnSpc>
                  <a:spcPts val="1439"/>
                </a:lnSpc>
              </a:pPr>
              <a:r>
                <a:rPr lang="en-US" sz="1200" spc="-36">
                  <a:solidFill>
                    <a:srgbClr val="FFFFFF"/>
                  </a:solidFill>
                  <a:latin typeface="Arimo"/>
                  <a:ea typeface="Arimo"/>
                  <a:cs typeface="Arimo"/>
                  <a:sym typeface="Arimo"/>
                </a:rPr>
                <a:t>OF HISTORY</a:t>
              </a:r>
            </a:p>
          </p:txBody>
        </p:sp>
      </p:grpSp>
      <p:sp>
        <p:nvSpPr>
          <p:cNvPr name="TextBox 36" id="36"/>
          <p:cNvSpPr txBox="true"/>
          <p:nvPr/>
        </p:nvSpPr>
        <p:spPr>
          <a:xfrm rot="0">
            <a:off x="781712" y="3515633"/>
            <a:ext cx="2251675" cy="327660"/>
          </a:xfrm>
          <a:prstGeom prst="rect">
            <a:avLst/>
          </a:prstGeom>
        </p:spPr>
        <p:txBody>
          <a:bodyPr anchor="t" rtlCol="false" tIns="0" lIns="0" bIns="0" rIns="0">
            <a:spAutoFit/>
          </a:bodyPr>
          <a:lstStyle/>
          <a:p>
            <a:pPr algn="l">
              <a:lnSpc>
                <a:spcPts val="2400"/>
              </a:lnSpc>
            </a:pPr>
            <a:r>
              <a:rPr lang="en-US" sz="2400" spc="-120">
                <a:solidFill>
                  <a:srgbClr val="231F20"/>
                </a:solidFill>
                <a:latin typeface="Helios"/>
                <a:ea typeface="Helios"/>
                <a:cs typeface="Helios"/>
                <a:sym typeface="Helios"/>
              </a:rPr>
              <a:t>PROFILE:</a:t>
            </a:r>
          </a:p>
        </p:txBody>
      </p:sp>
      <p:sp>
        <p:nvSpPr>
          <p:cNvPr name="TextBox 37" id="37"/>
          <p:cNvSpPr txBox="true"/>
          <p:nvPr/>
        </p:nvSpPr>
        <p:spPr>
          <a:xfrm rot="0">
            <a:off x="6624999" y="3515633"/>
            <a:ext cx="2251675" cy="327660"/>
          </a:xfrm>
          <a:prstGeom prst="rect">
            <a:avLst/>
          </a:prstGeom>
        </p:spPr>
        <p:txBody>
          <a:bodyPr anchor="t" rtlCol="false" tIns="0" lIns="0" bIns="0" rIns="0">
            <a:spAutoFit/>
          </a:bodyPr>
          <a:lstStyle/>
          <a:p>
            <a:pPr algn="r">
              <a:lnSpc>
                <a:spcPts val="2400"/>
              </a:lnSpc>
            </a:pPr>
            <a:r>
              <a:rPr lang="en-US" sz="2400" spc="-120">
                <a:solidFill>
                  <a:srgbClr val="231F20"/>
                </a:solidFill>
                <a:latin typeface="Helios"/>
                <a:ea typeface="Helios"/>
                <a:cs typeface="Helios"/>
                <a:sym typeface="Helios"/>
              </a:rPr>
              <a:t>EDUCATION:</a:t>
            </a:r>
          </a:p>
        </p:txBody>
      </p:sp>
      <p:sp>
        <p:nvSpPr>
          <p:cNvPr name="TextBox 38" id="38"/>
          <p:cNvSpPr txBox="true"/>
          <p:nvPr/>
        </p:nvSpPr>
        <p:spPr>
          <a:xfrm rot="0">
            <a:off x="731520" y="5515868"/>
            <a:ext cx="3480580" cy="327660"/>
          </a:xfrm>
          <a:prstGeom prst="rect">
            <a:avLst/>
          </a:prstGeom>
        </p:spPr>
        <p:txBody>
          <a:bodyPr anchor="t" rtlCol="false" tIns="0" lIns="0" bIns="0" rIns="0">
            <a:spAutoFit/>
          </a:bodyPr>
          <a:lstStyle/>
          <a:p>
            <a:pPr algn="just">
              <a:lnSpc>
                <a:spcPts val="2400"/>
              </a:lnSpc>
            </a:pPr>
            <a:r>
              <a:rPr lang="en-US" sz="2400" spc="-120">
                <a:solidFill>
                  <a:srgbClr val="231F20"/>
                </a:solidFill>
                <a:latin typeface="Helios"/>
                <a:ea typeface="Helios"/>
                <a:cs typeface="Helios"/>
                <a:sym typeface="Helios"/>
              </a:rPr>
              <a:t>WORK EXPERIENCES</a:t>
            </a:r>
          </a:p>
        </p:txBody>
      </p:sp>
      <p:grpSp>
        <p:nvGrpSpPr>
          <p:cNvPr name="Group 39" id="39"/>
          <p:cNvGrpSpPr/>
          <p:nvPr/>
        </p:nvGrpSpPr>
        <p:grpSpPr>
          <a:xfrm rot="0">
            <a:off x="5773802" y="1530264"/>
            <a:ext cx="3248278" cy="1636326"/>
            <a:chOff x="0" y="0"/>
            <a:chExt cx="707686" cy="356498"/>
          </a:xfrm>
        </p:grpSpPr>
        <p:sp>
          <p:nvSpPr>
            <p:cNvPr name="Freeform 40" id="40"/>
            <p:cNvSpPr/>
            <p:nvPr/>
          </p:nvSpPr>
          <p:spPr>
            <a:xfrm flipH="false" flipV="false" rot="0">
              <a:off x="0" y="0"/>
              <a:ext cx="707686" cy="356498"/>
            </a:xfrm>
            <a:custGeom>
              <a:avLst/>
              <a:gdLst/>
              <a:ahLst/>
              <a:cxnLst/>
              <a:rect r="r" b="b" t="t" l="l"/>
              <a:pathLst>
                <a:path h="356498" w="707686">
                  <a:moveTo>
                    <a:pt x="47668" y="0"/>
                  </a:moveTo>
                  <a:lnTo>
                    <a:pt x="660018" y="0"/>
                  </a:lnTo>
                  <a:cubicBezTo>
                    <a:pt x="686344" y="0"/>
                    <a:pt x="707686" y="21342"/>
                    <a:pt x="707686" y="47668"/>
                  </a:cubicBezTo>
                  <a:lnTo>
                    <a:pt x="707686" y="308830"/>
                  </a:lnTo>
                  <a:cubicBezTo>
                    <a:pt x="707686" y="321473"/>
                    <a:pt x="702664" y="333597"/>
                    <a:pt x="693724" y="342537"/>
                  </a:cubicBezTo>
                  <a:cubicBezTo>
                    <a:pt x="684785" y="351476"/>
                    <a:pt x="672660" y="356498"/>
                    <a:pt x="660018" y="356498"/>
                  </a:cubicBezTo>
                  <a:lnTo>
                    <a:pt x="47668" y="356498"/>
                  </a:lnTo>
                  <a:cubicBezTo>
                    <a:pt x="21342" y="356498"/>
                    <a:pt x="0" y="335156"/>
                    <a:pt x="0" y="308830"/>
                  </a:cubicBezTo>
                  <a:lnTo>
                    <a:pt x="0" y="47668"/>
                  </a:lnTo>
                  <a:cubicBezTo>
                    <a:pt x="0" y="35026"/>
                    <a:pt x="5022" y="22901"/>
                    <a:pt x="13962" y="13962"/>
                  </a:cubicBezTo>
                  <a:cubicBezTo>
                    <a:pt x="22901" y="5022"/>
                    <a:pt x="35026" y="0"/>
                    <a:pt x="47668" y="0"/>
                  </a:cubicBezTo>
                  <a:close/>
                </a:path>
              </a:pathLst>
            </a:custGeom>
            <a:blipFill>
              <a:blip r:embed="rId4"/>
              <a:stretch>
                <a:fillRect l="0" t="-48653" r="0" b="-120969"/>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0167" y="412457"/>
            <a:ext cx="8933265" cy="6490286"/>
            <a:chOff x="0" y="0"/>
            <a:chExt cx="3308617" cy="2403810"/>
          </a:xfrm>
        </p:grpSpPr>
        <p:sp>
          <p:nvSpPr>
            <p:cNvPr name="Freeform 3" id="3"/>
            <p:cNvSpPr/>
            <p:nvPr/>
          </p:nvSpPr>
          <p:spPr>
            <a:xfrm flipH="false" flipV="false" rot="0">
              <a:off x="0" y="0"/>
              <a:ext cx="3308617" cy="2403810"/>
            </a:xfrm>
            <a:custGeom>
              <a:avLst/>
              <a:gdLst/>
              <a:ahLst/>
              <a:cxnLst/>
              <a:rect r="r" b="b" t="t" l="l"/>
              <a:pathLst>
                <a:path h="2403810" w="3308617">
                  <a:moveTo>
                    <a:pt x="17333" y="0"/>
                  </a:moveTo>
                  <a:lnTo>
                    <a:pt x="3291284" y="0"/>
                  </a:lnTo>
                  <a:cubicBezTo>
                    <a:pt x="3300857" y="0"/>
                    <a:pt x="3308617" y="7760"/>
                    <a:pt x="3308617" y="17333"/>
                  </a:cubicBezTo>
                  <a:lnTo>
                    <a:pt x="3308617" y="2386477"/>
                  </a:lnTo>
                  <a:cubicBezTo>
                    <a:pt x="3308617" y="2396049"/>
                    <a:pt x="3300857" y="2403810"/>
                    <a:pt x="3291284" y="2403810"/>
                  </a:cubicBezTo>
                  <a:lnTo>
                    <a:pt x="17333" y="2403810"/>
                  </a:lnTo>
                  <a:cubicBezTo>
                    <a:pt x="7760" y="2403810"/>
                    <a:pt x="0" y="2396049"/>
                    <a:pt x="0" y="2386477"/>
                  </a:cubicBezTo>
                  <a:lnTo>
                    <a:pt x="0" y="17333"/>
                  </a:lnTo>
                  <a:cubicBezTo>
                    <a:pt x="0" y="7760"/>
                    <a:pt x="7760" y="0"/>
                    <a:pt x="17333" y="0"/>
                  </a:cubicBezTo>
                  <a:close/>
                </a:path>
              </a:pathLst>
            </a:custGeom>
            <a:solidFill>
              <a:srgbClr val="231F20"/>
            </a:solidFill>
          </p:spPr>
        </p:sp>
        <p:sp>
          <p:nvSpPr>
            <p:cNvPr name="TextBox 4" id="4"/>
            <p:cNvSpPr txBox="true"/>
            <p:nvPr/>
          </p:nvSpPr>
          <p:spPr>
            <a:xfrm>
              <a:off x="0" y="-19050"/>
              <a:ext cx="3308617" cy="2422860"/>
            </a:xfrm>
            <a:prstGeom prst="rect">
              <a:avLst/>
            </a:prstGeom>
          </p:spPr>
          <p:txBody>
            <a:bodyPr anchor="ctr" rtlCol="false" tIns="50800" lIns="50800" bIns="50800" rIns="50800"/>
            <a:lstStyle/>
            <a:p>
              <a:pPr algn="ctr">
                <a:lnSpc>
                  <a:spcPts val="2160"/>
                </a:lnSpc>
              </a:pPr>
            </a:p>
          </p:txBody>
        </p:sp>
      </p:grpSp>
      <p:grpSp>
        <p:nvGrpSpPr>
          <p:cNvPr name="Group 5" id="5"/>
          <p:cNvGrpSpPr/>
          <p:nvPr/>
        </p:nvGrpSpPr>
        <p:grpSpPr>
          <a:xfrm rot="0">
            <a:off x="4989952" y="1381629"/>
            <a:ext cx="4032128" cy="5202051"/>
            <a:chOff x="0" y="0"/>
            <a:chExt cx="1493381" cy="1926686"/>
          </a:xfrm>
        </p:grpSpPr>
        <p:sp>
          <p:nvSpPr>
            <p:cNvPr name="Freeform 6" id="6"/>
            <p:cNvSpPr/>
            <p:nvPr/>
          </p:nvSpPr>
          <p:spPr>
            <a:xfrm flipH="false" flipV="false" rot="0">
              <a:off x="0" y="0"/>
              <a:ext cx="1493381" cy="1926685"/>
            </a:xfrm>
            <a:custGeom>
              <a:avLst/>
              <a:gdLst/>
              <a:ahLst/>
              <a:cxnLst/>
              <a:rect r="r" b="b" t="t" l="l"/>
              <a:pathLst>
                <a:path h="1926685" w="1493381">
                  <a:moveTo>
                    <a:pt x="38401" y="0"/>
                  </a:moveTo>
                  <a:lnTo>
                    <a:pt x="1454980" y="0"/>
                  </a:lnTo>
                  <a:cubicBezTo>
                    <a:pt x="1476188" y="0"/>
                    <a:pt x="1493381" y="17193"/>
                    <a:pt x="1493381" y="38401"/>
                  </a:cubicBezTo>
                  <a:lnTo>
                    <a:pt x="1493381" y="1888284"/>
                  </a:lnTo>
                  <a:cubicBezTo>
                    <a:pt x="1493381" y="1898469"/>
                    <a:pt x="1489335" y="1908236"/>
                    <a:pt x="1482133" y="1915438"/>
                  </a:cubicBezTo>
                  <a:cubicBezTo>
                    <a:pt x="1474932" y="1922640"/>
                    <a:pt x="1465164" y="1926685"/>
                    <a:pt x="1454980" y="1926685"/>
                  </a:cubicBezTo>
                  <a:lnTo>
                    <a:pt x="38401" y="1926685"/>
                  </a:lnTo>
                  <a:cubicBezTo>
                    <a:pt x="28217" y="1926685"/>
                    <a:pt x="18449" y="1922640"/>
                    <a:pt x="11247" y="1915438"/>
                  </a:cubicBezTo>
                  <a:cubicBezTo>
                    <a:pt x="4046" y="1908236"/>
                    <a:pt x="0" y="1898469"/>
                    <a:pt x="0" y="1888284"/>
                  </a:cubicBezTo>
                  <a:lnTo>
                    <a:pt x="0" y="38401"/>
                  </a:lnTo>
                  <a:cubicBezTo>
                    <a:pt x="0" y="28217"/>
                    <a:pt x="4046" y="18449"/>
                    <a:pt x="11247" y="11247"/>
                  </a:cubicBezTo>
                  <a:cubicBezTo>
                    <a:pt x="18449" y="4046"/>
                    <a:pt x="28217" y="0"/>
                    <a:pt x="38401" y="0"/>
                  </a:cubicBezTo>
                  <a:close/>
                </a:path>
              </a:pathLst>
            </a:custGeom>
            <a:ln w="9525" cap="sq">
              <a:solidFill>
                <a:srgbClr val="F0F0E8"/>
              </a:solidFill>
              <a:prstDash val="solid"/>
              <a:miter/>
            </a:ln>
          </p:spPr>
        </p:sp>
        <p:sp>
          <p:nvSpPr>
            <p:cNvPr name="TextBox 7" id="7"/>
            <p:cNvSpPr txBox="true"/>
            <p:nvPr/>
          </p:nvSpPr>
          <p:spPr>
            <a:xfrm>
              <a:off x="0" y="-19050"/>
              <a:ext cx="1493381" cy="1945736"/>
            </a:xfrm>
            <a:prstGeom prst="rect">
              <a:avLst/>
            </a:prstGeom>
          </p:spPr>
          <p:txBody>
            <a:bodyPr anchor="ctr" rtlCol="false" tIns="50800" lIns="50800" bIns="50800" rIns="50800"/>
            <a:lstStyle/>
            <a:p>
              <a:pPr algn="ctr">
                <a:lnSpc>
                  <a:spcPts val="2160"/>
                </a:lnSpc>
              </a:pPr>
            </a:p>
          </p:txBody>
        </p:sp>
      </p:grpSp>
      <p:grpSp>
        <p:nvGrpSpPr>
          <p:cNvPr name="Group 8" id="8"/>
          <p:cNvGrpSpPr/>
          <p:nvPr/>
        </p:nvGrpSpPr>
        <p:grpSpPr>
          <a:xfrm rot="0">
            <a:off x="781712" y="680060"/>
            <a:ext cx="1759058" cy="488254"/>
            <a:chOff x="0" y="0"/>
            <a:chExt cx="867088" cy="240674"/>
          </a:xfrm>
        </p:grpSpPr>
        <p:sp>
          <p:nvSpPr>
            <p:cNvPr name="Freeform 9" id="9"/>
            <p:cNvSpPr/>
            <p:nvPr/>
          </p:nvSpPr>
          <p:spPr>
            <a:xfrm flipH="false" flipV="false" rot="0">
              <a:off x="0" y="0"/>
              <a:ext cx="867087" cy="240674"/>
            </a:xfrm>
            <a:custGeom>
              <a:avLst/>
              <a:gdLst/>
              <a:ahLst/>
              <a:cxnLst/>
              <a:rect r="r" b="b" t="t" l="l"/>
              <a:pathLst>
                <a:path h="240674" w="867087">
                  <a:moveTo>
                    <a:pt x="120337" y="0"/>
                  </a:moveTo>
                  <a:lnTo>
                    <a:pt x="746751" y="0"/>
                  </a:lnTo>
                  <a:cubicBezTo>
                    <a:pt x="778666" y="0"/>
                    <a:pt x="809274" y="12678"/>
                    <a:pt x="831842" y="35246"/>
                  </a:cubicBezTo>
                  <a:cubicBezTo>
                    <a:pt x="854409" y="57813"/>
                    <a:pt x="867087" y="88421"/>
                    <a:pt x="867087" y="120337"/>
                  </a:cubicBezTo>
                  <a:lnTo>
                    <a:pt x="867087" y="120337"/>
                  </a:lnTo>
                  <a:cubicBezTo>
                    <a:pt x="867087" y="186797"/>
                    <a:pt x="813211" y="240674"/>
                    <a:pt x="74675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C1F548"/>
            </a:solidFill>
          </p:spPr>
        </p:sp>
        <p:sp>
          <p:nvSpPr>
            <p:cNvPr name="TextBox 10" id="10"/>
            <p:cNvSpPr txBox="true"/>
            <p:nvPr/>
          </p:nvSpPr>
          <p:spPr>
            <a:xfrm>
              <a:off x="0" y="-19050"/>
              <a:ext cx="867088" cy="259724"/>
            </a:xfrm>
            <a:prstGeom prst="rect">
              <a:avLst/>
            </a:prstGeom>
          </p:spPr>
          <p:txBody>
            <a:bodyPr anchor="ctr" rtlCol="false" tIns="50800" lIns="50800" bIns="50800" rIns="50800"/>
            <a:lstStyle/>
            <a:p>
              <a:pPr algn="ctr">
                <a:lnSpc>
                  <a:spcPts val="2160"/>
                </a:lnSpc>
              </a:pPr>
            </a:p>
          </p:txBody>
        </p:sp>
      </p:grpSp>
      <p:grpSp>
        <p:nvGrpSpPr>
          <p:cNvPr name="Group 11" id="11"/>
          <p:cNvGrpSpPr/>
          <p:nvPr/>
        </p:nvGrpSpPr>
        <p:grpSpPr>
          <a:xfrm rot="0">
            <a:off x="6843129" y="680060"/>
            <a:ext cx="1562720" cy="488254"/>
            <a:chOff x="0" y="0"/>
            <a:chExt cx="770307" cy="240674"/>
          </a:xfrm>
        </p:grpSpPr>
        <p:sp>
          <p:nvSpPr>
            <p:cNvPr name="Freeform 12" id="12"/>
            <p:cNvSpPr/>
            <p:nvPr/>
          </p:nvSpPr>
          <p:spPr>
            <a:xfrm flipH="false" flipV="false" rot="0">
              <a:off x="0" y="0"/>
              <a:ext cx="770307" cy="240674"/>
            </a:xfrm>
            <a:custGeom>
              <a:avLst/>
              <a:gdLst/>
              <a:ahLst/>
              <a:cxnLst/>
              <a:rect r="r" b="b" t="t" l="l"/>
              <a:pathLst>
                <a:path h="240674" w="770307">
                  <a:moveTo>
                    <a:pt x="120337" y="0"/>
                  </a:moveTo>
                  <a:lnTo>
                    <a:pt x="649971" y="0"/>
                  </a:lnTo>
                  <a:cubicBezTo>
                    <a:pt x="681886" y="0"/>
                    <a:pt x="712494" y="12678"/>
                    <a:pt x="735062" y="35246"/>
                  </a:cubicBezTo>
                  <a:cubicBezTo>
                    <a:pt x="757629" y="57813"/>
                    <a:pt x="770307" y="88421"/>
                    <a:pt x="770307" y="120337"/>
                  </a:cubicBezTo>
                  <a:lnTo>
                    <a:pt x="770307" y="120337"/>
                  </a:lnTo>
                  <a:cubicBezTo>
                    <a:pt x="770307" y="186797"/>
                    <a:pt x="716431" y="240674"/>
                    <a:pt x="64997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FFFFFF"/>
            </a:solidFill>
          </p:spPr>
        </p:sp>
        <p:sp>
          <p:nvSpPr>
            <p:cNvPr name="TextBox 13" id="13"/>
            <p:cNvSpPr txBox="true"/>
            <p:nvPr/>
          </p:nvSpPr>
          <p:spPr>
            <a:xfrm>
              <a:off x="0" y="-19050"/>
              <a:ext cx="770307" cy="259724"/>
            </a:xfrm>
            <a:prstGeom prst="rect">
              <a:avLst/>
            </a:prstGeom>
          </p:spPr>
          <p:txBody>
            <a:bodyPr anchor="ctr" rtlCol="false" tIns="50800" lIns="50800" bIns="50800" rIns="50800"/>
            <a:lstStyle/>
            <a:p>
              <a:pPr algn="ctr">
                <a:lnSpc>
                  <a:spcPts val="2160"/>
                </a:lnSpc>
              </a:pPr>
            </a:p>
          </p:txBody>
        </p:sp>
      </p:grpSp>
      <p:sp>
        <p:nvSpPr>
          <p:cNvPr name="Freeform 14" id="14"/>
          <p:cNvSpPr/>
          <p:nvPr/>
        </p:nvSpPr>
        <p:spPr>
          <a:xfrm flipH="false" flipV="false" rot="0">
            <a:off x="8483634" y="680060"/>
            <a:ext cx="488254" cy="488254"/>
          </a:xfrm>
          <a:custGeom>
            <a:avLst/>
            <a:gdLst/>
            <a:ahLst/>
            <a:cxnLst/>
            <a:rect r="r" b="b" t="t" l="l"/>
            <a:pathLst>
              <a:path h="488254" w="488254">
                <a:moveTo>
                  <a:pt x="0" y="0"/>
                </a:moveTo>
                <a:lnTo>
                  <a:pt x="488254" y="0"/>
                </a:lnTo>
                <a:lnTo>
                  <a:pt x="488254" y="488254"/>
                </a:lnTo>
                <a:lnTo>
                  <a:pt x="0" y="4882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313081" y="1938410"/>
            <a:ext cx="535224" cy="535224"/>
          </a:xfrm>
          <a:custGeom>
            <a:avLst/>
            <a:gdLst/>
            <a:ahLst/>
            <a:cxnLst/>
            <a:rect r="r" b="b" t="t" l="l"/>
            <a:pathLst>
              <a:path h="535224" w="535224">
                <a:moveTo>
                  <a:pt x="0" y="0"/>
                </a:moveTo>
                <a:lnTo>
                  <a:pt x="535223" y="0"/>
                </a:lnTo>
                <a:lnTo>
                  <a:pt x="535223" y="535224"/>
                </a:lnTo>
                <a:lnTo>
                  <a:pt x="0" y="5352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019358"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Henrietta Mitchell</a:t>
            </a:r>
          </a:p>
        </p:txBody>
      </p:sp>
      <p:sp>
        <p:nvSpPr>
          <p:cNvPr name="TextBox 17" id="17"/>
          <p:cNvSpPr txBox="true"/>
          <p:nvPr/>
        </p:nvSpPr>
        <p:spPr>
          <a:xfrm rot="0">
            <a:off x="7000867"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2nd May, 2026</a:t>
            </a:r>
          </a:p>
        </p:txBody>
      </p:sp>
      <p:sp>
        <p:nvSpPr>
          <p:cNvPr name="TextBox 18" id="18"/>
          <p:cNvSpPr txBox="true"/>
          <p:nvPr/>
        </p:nvSpPr>
        <p:spPr>
          <a:xfrm rot="0">
            <a:off x="731520" y="1495929"/>
            <a:ext cx="4145280" cy="1667510"/>
          </a:xfrm>
          <a:prstGeom prst="rect">
            <a:avLst/>
          </a:prstGeom>
        </p:spPr>
        <p:txBody>
          <a:bodyPr anchor="t" rtlCol="false" tIns="0" lIns="0" bIns="0" rIns="0">
            <a:spAutoFit/>
          </a:bodyPr>
          <a:lstStyle/>
          <a:p>
            <a:pPr algn="l">
              <a:lnSpc>
                <a:spcPts val="6399"/>
              </a:lnSpc>
            </a:pPr>
            <a:r>
              <a:rPr lang="en-US" sz="6399" spc="-319">
                <a:solidFill>
                  <a:srgbClr val="F0F0E8"/>
                </a:solidFill>
                <a:latin typeface="Helios"/>
                <a:ea typeface="Helios"/>
                <a:cs typeface="Helios"/>
                <a:sym typeface="Helios"/>
              </a:rPr>
              <a:t>BOOK SUMMARY</a:t>
            </a:r>
          </a:p>
        </p:txBody>
      </p:sp>
      <p:sp>
        <p:nvSpPr>
          <p:cNvPr name="TextBox 19" id="19"/>
          <p:cNvSpPr txBox="true"/>
          <p:nvPr/>
        </p:nvSpPr>
        <p:spPr>
          <a:xfrm rot="0">
            <a:off x="5313081" y="2689385"/>
            <a:ext cx="3414680" cy="733425"/>
          </a:xfrm>
          <a:prstGeom prst="rect">
            <a:avLst/>
          </a:prstGeom>
        </p:spPr>
        <p:txBody>
          <a:bodyPr anchor="t" rtlCol="false" tIns="0" lIns="0" bIns="0" rIns="0">
            <a:spAutoFit/>
          </a:bodyPr>
          <a:lstStyle/>
          <a:p>
            <a:pPr algn="just">
              <a:lnSpc>
                <a:spcPts val="1919"/>
              </a:lnSpc>
            </a:pPr>
            <a:r>
              <a:rPr lang="en-US" sz="1599" spc="-47">
                <a:solidFill>
                  <a:srgbClr val="F0F0E8"/>
                </a:solidFill>
                <a:latin typeface="Arimo"/>
                <a:ea typeface="Arimo"/>
                <a:cs typeface="Arimo"/>
                <a:sym typeface="Arimo"/>
              </a:rPr>
              <a:t>THE PURPOSE OF THIS BOOK IS TO PRESENT AN IN-DEPTH ANALYSIS OF THE IMPACT OF COLONIALISM.</a:t>
            </a:r>
          </a:p>
        </p:txBody>
      </p:sp>
      <p:sp>
        <p:nvSpPr>
          <p:cNvPr name="TextBox 20" id="20"/>
          <p:cNvSpPr txBox="true"/>
          <p:nvPr/>
        </p:nvSpPr>
        <p:spPr>
          <a:xfrm rot="0">
            <a:off x="5313081" y="4761335"/>
            <a:ext cx="3414680" cy="1209675"/>
          </a:xfrm>
          <a:prstGeom prst="rect">
            <a:avLst/>
          </a:prstGeom>
        </p:spPr>
        <p:txBody>
          <a:bodyPr anchor="t" rtlCol="false" tIns="0" lIns="0" bIns="0" rIns="0">
            <a:spAutoFit/>
          </a:bodyPr>
          <a:lstStyle/>
          <a:p>
            <a:pPr algn="just">
              <a:lnSpc>
                <a:spcPts val="1919"/>
              </a:lnSpc>
            </a:pPr>
            <a:r>
              <a:rPr lang="en-US" sz="1599" spc="-47">
                <a:solidFill>
                  <a:srgbClr val="F0F0E8"/>
                </a:solidFill>
                <a:latin typeface="Arimo"/>
                <a:ea typeface="Arimo"/>
                <a:cs typeface="Arimo"/>
                <a:sym typeface="Arimo"/>
              </a:rPr>
              <a:t>IT FOCUSES ON THE EARLY COLONIAL PERIOD, THE SOCIAL, ECONOMIC, AND CULTURAL IMPACTS, AND THE PEOPLE’S RESISTANCE TO COLONIAL RULE.</a:t>
            </a:r>
          </a:p>
        </p:txBody>
      </p:sp>
      <p:sp>
        <p:nvSpPr>
          <p:cNvPr name="Freeform 21" id="21"/>
          <p:cNvSpPr/>
          <p:nvPr/>
        </p:nvSpPr>
        <p:spPr>
          <a:xfrm flipH="false" flipV="false" rot="0">
            <a:off x="5313081" y="3982654"/>
            <a:ext cx="535224" cy="535224"/>
          </a:xfrm>
          <a:custGeom>
            <a:avLst/>
            <a:gdLst/>
            <a:ahLst/>
            <a:cxnLst/>
            <a:rect r="r" b="b" t="t" l="l"/>
            <a:pathLst>
              <a:path h="535224" w="535224">
                <a:moveTo>
                  <a:pt x="0" y="0"/>
                </a:moveTo>
                <a:lnTo>
                  <a:pt x="535223" y="0"/>
                </a:lnTo>
                <a:lnTo>
                  <a:pt x="535223" y="535224"/>
                </a:lnTo>
                <a:lnTo>
                  <a:pt x="0" y="5352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2" id="22"/>
          <p:cNvGrpSpPr/>
          <p:nvPr/>
        </p:nvGrpSpPr>
        <p:grpSpPr>
          <a:xfrm rot="0">
            <a:off x="731520" y="3372989"/>
            <a:ext cx="3960410" cy="3210691"/>
            <a:chOff x="0" y="0"/>
            <a:chExt cx="862835" cy="699497"/>
          </a:xfrm>
        </p:grpSpPr>
        <p:sp>
          <p:nvSpPr>
            <p:cNvPr name="Freeform 23" id="23"/>
            <p:cNvSpPr/>
            <p:nvPr/>
          </p:nvSpPr>
          <p:spPr>
            <a:xfrm flipH="false" flipV="false" rot="0">
              <a:off x="0" y="0"/>
              <a:ext cx="862835" cy="699497"/>
            </a:xfrm>
            <a:custGeom>
              <a:avLst/>
              <a:gdLst/>
              <a:ahLst/>
              <a:cxnLst/>
              <a:rect r="r" b="b" t="t" l="l"/>
              <a:pathLst>
                <a:path h="699497" w="862835">
                  <a:moveTo>
                    <a:pt x="39097" y="0"/>
                  </a:moveTo>
                  <a:lnTo>
                    <a:pt x="823738" y="0"/>
                  </a:lnTo>
                  <a:cubicBezTo>
                    <a:pt x="845330" y="0"/>
                    <a:pt x="862835" y="17504"/>
                    <a:pt x="862835" y="39097"/>
                  </a:cubicBezTo>
                  <a:lnTo>
                    <a:pt x="862835" y="660400"/>
                  </a:lnTo>
                  <a:cubicBezTo>
                    <a:pt x="862835" y="670769"/>
                    <a:pt x="858715" y="680714"/>
                    <a:pt x="851383" y="688046"/>
                  </a:cubicBezTo>
                  <a:cubicBezTo>
                    <a:pt x="844051" y="695378"/>
                    <a:pt x="834107" y="699497"/>
                    <a:pt x="823738" y="699497"/>
                  </a:cubicBezTo>
                  <a:lnTo>
                    <a:pt x="39097" y="699497"/>
                  </a:lnTo>
                  <a:cubicBezTo>
                    <a:pt x="17504" y="699497"/>
                    <a:pt x="0" y="681993"/>
                    <a:pt x="0" y="660400"/>
                  </a:cubicBezTo>
                  <a:lnTo>
                    <a:pt x="0" y="39097"/>
                  </a:lnTo>
                  <a:cubicBezTo>
                    <a:pt x="0" y="17504"/>
                    <a:pt x="17504" y="0"/>
                    <a:pt x="39097" y="0"/>
                  </a:cubicBezTo>
                  <a:close/>
                </a:path>
              </a:pathLst>
            </a:custGeom>
            <a:blipFill>
              <a:blip r:embed="rId6"/>
              <a:stretch>
                <a:fillRect l="0" t="-42570" r="0" b="-4257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0167" y="412457"/>
            <a:ext cx="8933265" cy="6490286"/>
            <a:chOff x="0" y="0"/>
            <a:chExt cx="3308617" cy="2403810"/>
          </a:xfrm>
        </p:grpSpPr>
        <p:sp>
          <p:nvSpPr>
            <p:cNvPr name="Freeform 3" id="3"/>
            <p:cNvSpPr/>
            <p:nvPr/>
          </p:nvSpPr>
          <p:spPr>
            <a:xfrm flipH="false" flipV="false" rot="0">
              <a:off x="0" y="0"/>
              <a:ext cx="3308617" cy="2403810"/>
            </a:xfrm>
            <a:custGeom>
              <a:avLst/>
              <a:gdLst/>
              <a:ahLst/>
              <a:cxnLst/>
              <a:rect r="r" b="b" t="t" l="l"/>
              <a:pathLst>
                <a:path h="2403810" w="3308617">
                  <a:moveTo>
                    <a:pt x="17333" y="0"/>
                  </a:moveTo>
                  <a:lnTo>
                    <a:pt x="3291284" y="0"/>
                  </a:lnTo>
                  <a:cubicBezTo>
                    <a:pt x="3300857" y="0"/>
                    <a:pt x="3308617" y="7760"/>
                    <a:pt x="3308617" y="17333"/>
                  </a:cubicBezTo>
                  <a:lnTo>
                    <a:pt x="3308617" y="2386477"/>
                  </a:lnTo>
                  <a:cubicBezTo>
                    <a:pt x="3308617" y="2396049"/>
                    <a:pt x="3300857" y="2403810"/>
                    <a:pt x="3291284" y="2403810"/>
                  </a:cubicBezTo>
                  <a:lnTo>
                    <a:pt x="17333" y="2403810"/>
                  </a:lnTo>
                  <a:cubicBezTo>
                    <a:pt x="7760" y="2403810"/>
                    <a:pt x="0" y="2396049"/>
                    <a:pt x="0" y="2386477"/>
                  </a:cubicBezTo>
                  <a:lnTo>
                    <a:pt x="0" y="17333"/>
                  </a:lnTo>
                  <a:cubicBezTo>
                    <a:pt x="0" y="7760"/>
                    <a:pt x="7760" y="0"/>
                    <a:pt x="17333" y="0"/>
                  </a:cubicBezTo>
                  <a:close/>
                </a:path>
              </a:pathLst>
            </a:custGeom>
            <a:solidFill>
              <a:srgbClr val="F0F0E8"/>
            </a:solidFill>
          </p:spPr>
        </p:sp>
        <p:sp>
          <p:nvSpPr>
            <p:cNvPr name="TextBox 4" id="4"/>
            <p:cNvSpPr txBox="true"/>
            <p:nvPr/>
          </p:nvSpPr>
          <p:spPr>
            <a:xfrm>
              <a:off x="0" y="-19050"/>
              <a:ext cx="3308617" cy="2422860"/>
            </a:xfrm>
            <a:prstGeom prst="rect">
              <a:avLst/>
            </a:prstGeom>
          </p:spPr>
          <p:txBody>
            <a:bodyPr anchor="ctr" rtlCol="false" tIns="50800" lIns="50800" bIns="50800" rIns="50800"/>
            <a:lstStyle/>
            <a:p>
              <a:pPr algn="ctr">
                <a:lnSpc>
                  <a:spcPts val="2160"/>
                </a:lnSpc>
              </a:pPr>
            </a:p>
          </p:txBody>
        </p:sp>
      </p:grpSp>
      <p:grpSp>
        <p:nvGrpSpPr>
          <p:cNvPr name="Group 5" id="5"/>
          <p:cNvGrpSpPr/>
          <p:nvPr/>
        </p:nvGrpSpPr>
        <p:grpSpPr>
          <a:xfrm rot="0">
            <a:off x="731520" y="3425214"/>
            <a:ext cx="8240368" cy="3158466"/>
            <a:chOff x="0" y="0"/>
            <a:chExt cx="3051988" cy="1169802"/>
          </a:xfrm>
        </p:grpSpPr>
        <p:sp>
          <p:nvSpPr>
            <p:cNvPr name="Freeform 6" id="6"/>
            <p:cNvSpPr/>
            <p:nvPr/>
          </p:nvSpPr>
          <p:spPr>
            <a:xfrm flipH="false" flipV="false" rot="0">
              <a:off x="0" y="0"/>
              <a:ext cx="3051988" cy="1169802"/>
            </a:xfrm>
            <a:custGeom>
              <a:avLst/>
              <a:gdLst/>
              <a:ahLst/>
              <a:cxnLst/>
              <a:rect r="r" b="b" t="t" l="l"/>
              <a:pathLst>
                <a:path h="1169802" w="3051988">
                  <a:moveTo>
                    <a:pt x="18790" y="0"/>
                  </a:moveTo>
                  <a:lnTo>
                    <a:pt x="3033198" y="0"/>
                  </a:lnTo>
                  <a:cubicBezTo>
                    <a:pt x="3043575" y="0"/>
                    <a:pt x="3051988" y="8413"/>
                    <a:pt x="3051988" y="18790"/>
                  </a:cubicBezTo>
                  <a:lnTo>
                    <a:pt x="3051988" y="1151012"/>
                  </a:lnTo>
                  <a:cubicBezTo>
                    <a:pt x="3051988" y="1161390"/>
                    <a:pt x="3043575" y="1169802"/>
                    <a:pt x="3033198" y="1169802"/>
                  </a:cubicBezTo>
                  <a:lnTo>
                    <a:pt x="18790" y="1169802"/>
                  </a:lnTo>
                  <a:cubicBezTo>
                    <a:pt x="8413" y="1169802"/>
                    <a:pt x="0" y="1161390"/>
                    <a:pt x="0" y="1151012"/>
                  </a:cubicBezTo>
                  <a:lnTo>
                    <a:pt x="0" y="18790"/>
                  </a:lnTo>
                  <a:cubicBezTo>
                    <a:pt x="0" y="8413"/>
                    <a:pt x="8413" y="0"/>
                    <a:pt x="18790" y="0"/>
                  </a:cubicBezTo>
                  <a:close/>
                </a:path>
              </a:pathLst>
            </a:custGeom>
            <a:solidFill>
              <a:srgbClr val="C1F548"/>
            </a:solidFill>
            <a:ln cap="sq">
              <a:noFill/>
              <a:prstDash val="solid"/>
              <a:miter/>
            </a:ln>
          </p:spPr>
        </p:sp>
        <p:sp>
          <p:nvSpPr>
            <p:cNvPr name="TextBox 7" id="7"/>
            <p:cNvSpPr txBox="true"/>
            <p:nvPr/>
          </p:nvSpPr>
          <p:spPr>
            <a:xfrm>
              <a:off x="0" y="-19050"/>
              <a:ext cx="3051988" cy="1188852"/>
            </a:xfrm>
            <a:prstGeom prst="rect">
              <a:avLst/>
            </a:prstGeom>
          </p:spPr>
          <p:txBody>
            <a:bodyPr anchor="ctr" rtlCol="false" tIns="50800" lIns="50800" bIns="50800" rIns="50800"/>
            <a:lstStyle/>
            <a:p>
              <a:pPr algn="ctr">
                <a:lnSpc>
                  <a:spcPts val="2160"/>
                </a:lnSpc>
              </a:pPr>
            </a:p>
          </p:txBody>
        </p:sp>
      </p:grpSp>
      <p:grpSp>
        <p:nvGrpSpPr>
          <p:cNvPr name="Group 8" id="8"/>
          <p:cNvGrpSpPr/>
          <p:nvPr/>
        </p:nvGrpSpPr>
        <p:grpSpPr>
          <a:xfrm rot="0">
            <a:off x="781712" y="680060"/>
            <a:ext cx="1759058" cy="488254"/>
            <a:chOff x="0" y="0"/>
            <a:chExt cx="867088" cy="240674"/>
          </a:xfrm>
        </p:grpSpPr>
        <p:sp>
          <p:nvSpPr>
            <p:cNvPr name="Freeform 9" id="9"/>
            <p:cNvSpPr/>
            <p:nvPr/>
          </p:nvSpPr>
          <p:spPr>
            <a:xfrm flipH="false" flipV="false" rot="0">
              <a:off x="0" y="0"/>
              <a:ext cx="867087" cy="240674"/>
            </a:xfrm>
            <a:custGeom>
              <a:avLst/>
              <a:gdLst/>
              <a:ahLst/>
              <a:cxnLst/>
              <a:rect r="r" b="b" t="t" l="l"/>
              <a:pathLst>
                <a:path h="240674" w="867087">
                  <a:moveTo>
                    <a:pt x="120337" y="0"/>
                  </a:moveTo>
                  <a:lnTo>
                    <a:pt x="746751" y="0"/>
                  </a:lnTo>
                  <a:cubicBezTo>
                    <a:pt x="778666" y="0"/>
                    <a:pt x="809274" y="12678"/>
                    <a:pt x="831842" y="35246"/>
                  </a:cubicBezTo>
                  <a:cubicBezTo>
                    <a:pt x="854409" y="57813"/>
                    <a:pt x="867087" y="88421"/>
                    <a:pt x="867087" y="120337"/>
                  </a:cubicBezTo>
                  <a:lnTo>
                    <a:pt x="867087" y="120337"/>
                  </a:lnTo>
                  <a:cubicBezTo>
                    <a:pt x="867087" y="186797"/>
                    <a:pt x="813211" y="240674"/>
                    <a:pt x="74675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C1F548"/>
            </a:solidFill>
          </p:spPr>
        </p:sp>
        <p:sp>
          <p:nvSpPr>
            <p:cNvPr name="TextBox 10" id="10"/>
            <p:cNvSpPr txBox="true"/>
            <p:nvPr/>
          </p:nvSpPr>
          <p:spPr>
            <a:xfrm>
              <a:off x="0" y="-19050"/>
              <a:ext cx="867088" cy="259724"/>
            </a:xfrm>
            <a:prstGeom prst="rect">
              <a:avLst/>
            </a:prstGeom>
          </p:spPr>
          <p:txBody>
            <a:bodyPr anchor="ctr" rtlCol="false" tIns="50800" lIns="50800" bIns="50800" rIns="50800"/>
            <a:lstStyle/>
            <a:p>
              <a:pPr algn="ctr">
                <a:lnSpc>
                  <a:spcPts val="2160"/>
                </a:lnSpc>
              </a:pPr>
            </a:p>
          </p:txBody>
        </p:sp>
      </p:grpSp>
      <p:grpSp>
        <p:nvGrpSpPr>
          <p:cNvPr name="Group 11" id="11"/>
          <p:cNvGrpSpPr/>
          <p:nvPr/>
        </p:nvGrpSpPr>
        <p:grpSpPr>
          <a:xfrm rot="0">
            <a:off x="6843129" y="680060"/>
            <a:ext cx="1562720" cy="488254"/>
            <a:chOff x="0" y="0"/>
            <a:chExt cx="770307" cy="240674"/>
          </a:xfrm>
        </p:grpSpPr>
        <p:sp>
          <p:nvSpPr>
            <p:cNvPr name="Freeform 12" id="12"/>
            <p:cNvSpPr/>
            <p:nvPr/>
          </p:nvSpPr>
          <p:spPr>
            <a:xfrm flipH="false" flipV="false" rot="0">
              <a:off x="0" y="0"/>
              <a:ext cx="770307" cy="240674"/>
            </a:xfrm>
            <a:custGeom>
              <a:avLst/>
              <a:gdLst/>
              <a:ahLst/>
              <a:cxnLst/>
              <a:rect r="r" b="b" t="t" l="l"/>
              <a:pathLst>
                <a:path h="240674" w="770307">
                  <a:moveTo>
                    <a:pt x="120337" y="0"/>
                  </a:moveTo>
                  <a:lnTo>
                    <a:pt x="649971" y="0"/>
                  </a:lnTo>
                  <a:cubicBezTo>
                    <a:pt x="681886" y="0"/>
                    <a:pt x="712494" y="12678"/>
                    <a:pt x="735062" y="35246"/>
                  </a:cubicBezTo>
                  <a:cubicBezTo>
                    <a:pt x="757629" y="57813"/>
                    <a:pt x="770307" y="88421"/>
                    <a:pt x="770307" y="120337"/>
                  </a:cubicBezTo>
                  <a:lnTo>
                    <a:pt x="770307" y="120337"/>
                  </a:lnTo>
                  <a:cubicBezTo>
                    <a:pt x="770307" y="186797"/>
                    <a:pt x="716431" y="240674"/>
                    <a:pt x="64997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FFFFFF"/>
            </a:solidFill>
          </p:spPr>
        </p:sp>
        <p:sp>
          <p:nvSpPr>
            <p:cNvPr name="TextBox 13" id="13"/>
            <p:cNvSpPr txBox="true"/>
            <p:nvPr/>
          </p:nvSpPr>
          <p:spPr>
            <a:xfrm>
              <a:off x="0" y="-19050"/>
              <a:ext cx="770307" cy="259724"/>
            </a:xfrm>
            <a:prstGeom prst="rect">
              <a:avLst/>
            </a:prstGeom>
          </p:spPr>
          <p:txBody>
            <a:bodyPr anchor="ctr" rtlCol="false" tIns="50800" lIns="50800" bIns="50800" rIns="50800"/>
            <a:lstStyle/>
            <a:p>
              <a:pPr algn="ctr">
                <a:lnSpc>
                  <a:spcPts val="2160"/>
                </a:lnSpc>
              </a:pPr>
            </a:p>
          </p:txBody>
        </p:sp>
      </p:grpSp>
      <p:sp>
        <p:nvSpPr>
          <p:cNvPr name="Freeform 14" id="14"/>
          <p:cNvSpPr/>
          <p:nvPr/>
        </p:nvSpPr>
        <p:spPr>
          <a:xfrm flipH="false" flipV="false" rot="0">
            <a:off x="8483634" y="680060"/>
            <a:ext cx="488254" cy="488254"/>
          </a:xfrm>
          <a:custGeom>
            <a:avLst/>
            <a:gdLst/>
            <a:ahLst/>
            <a:cxnLst/>
            <a:rect r="r" b="b" t="t" l="l"/>
            <a:pathLst>
              <a:path h="488254" w="488254">
                <a:moveTo>
                  <a:pt x="0" y="0"/>
                </a:moveTo>
                <a:lnTo>
                  <a:pt x="488254" y="0"/>
                </a:lnTo>
                <a:lnTo>
                  <a:pt x="488254" y="488254"/>
                </a:lnTo>
                <a:lnTo>
                  <a:pt x="0" y="4882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019358"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Henrietta Mitchell</a:t>
            </a:r>
          </a:p>
        </p:txBody>
      </p:sp>
      <p:sp>
        <p:nvSpPr>
          <p:cNvPr name="TextBox 16" id="16"/>
          <p:cNvSpPr txBox="true"/>
          <p:nvPr/>
        </p:nvSpPr>
        <p:spPr>
          <a:xfrm rot="0">
            <a:off x="7000867"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2nd May, 2026</a:t>
            </a:r>
          </a:p>
        </p:txBody>
      </p:sp>
      <p:sp>
        <p:nvSpPr>
          <p:cNvPr name="TextBox 17" id="17"/>
          <p:cNvSpPr txBox="true"/>
          <p:nvPr/>
        </p:nvSpPr>
        <p:spPr>
          <a:xfrm rot="0">
            <a:off x="731520" y="1481479"/>
            <a:ext cx="3569151" cy="655320"/>
          </a:xfrm>
          <a:prstGeom prst="rect">
            <a:avLst/>
          </a:prstGeom>
        </p:spPr>
        <p:txBody>
          <a:bodyPr anchor="t" rtlCol="false" tIns="0" lIns="0" bIns="0" rIns="0">
            <a:spAutoFit/>
          </a:bodyPr>
          <a:lstStyle/>
          <a:p>
            <a:pPr algn="l">
              <a:lnSpc>
                <a:spcPts val="4800"/>
              </a:lnSpc>
            </a:pPr>
            <a:r>
              <a:rPr lang="en-US" sz="4800" spc="-240">
                <a:solidFill>
                  <a:srgbClr val="231F20"/>
                </a:solidFill>
                <a:latin typeface="Helios"/>
                <a:ea typeface="Helios"/>
                <a:cs typeface="Helios"/>
                <a:sym typeface="Helios"/>
              </a:rPr>
              <a:t>CHAPTER 1</a:t>
            </a:r>
          </a:p>
        </p:txBody>
      </p:sp>
      <p:sp>
        <p:nvSpPr>
          <p:cNvPr name="TextBox 18" id="18"/>
          <p:cNvSpPr txBox="true"/>
          <p:nvPr/>
        </p:nvSpPr>
        <p:spPr>
          <a:xfrm rot="0">
            <a:off x="1048204" y="3752850"/>
            <a:ext cx="3662161" cy="2743200"/>
          </a:xfrm>
          <a:prstGeom prst="rect">
            <a:avLst/>
          </a:prstGeom>
        </p:spPr>
        <p:txBody>
          <a:bodyPr anchor="t" rtlCol="false" tIns="0" lIns="0" bIns="0" rIns="0">
            <a:spAutoFit/>
          </a:bodyPr>
          <a:lstStyle/>
          <a:p>
            <a:pPr algn="just">
              <a:lnSpc>
                <a:spcPts val="1680"/>
              </a:lnSpc>
            </a:pPr>
            <a:r>
              <a:rPr lang="en-US" sz="1400" spc="-42">
                <a:solidFill>
                  <a:srgbClr val="231F20"/>
                </a:solidFill>
                <a:latin typeface="Arimo"/>
                <a:ea typeface="Arimo"/>
                <a:cs typeface="Arimo"/>
                <a:sym typeface="Arimo"/>
              </a:rPr>
              <a:t>LOREM IPSUM DOLOR SIT AMET, CONSECTETUR ADIPISCING ELIT. DONEC TEMPUS ID MASSA RHONCUS ULTRICIES. SUSPENDISSE EUISMOD LAOREET EROS, UT VARIUS ENIM RHONCUS EU. DUIS CONVALLIS RISUS A METUS VEHICULA, SED AUCTOR MASSA BIBENDUM. VIVAMUS IN FELIS NEC ERAT LUCTUS FEUGIAT SIT AMET EGET FELIS. PRAESENT NEC EROS DIAM. DONEC MOLLIS ARCU EU PRETIUM IMPERDIET. PROIN LAOREET ALIQUAM ACCUMSAN.</a:t>
            </a:r>
          </a:p>
          <a:p>
            <a:pPr algn="just">
              <a:lnSpc>
                <a:spcPts val="1680"/>
              </a:lnSpc>
            </a:pPr>
          </a:p>
        </p:txBody>
      </p:sp>
      <p:sp>
        <p:nvSpPr>
          <p:cNvPr name="TextBox 19" id="19"/>
          <p:cNvSpPr txBox="true"/>
          <p:nvPr/>
        </p:nvSpPr>
        <p:spPr>
          <a:xfrm rot="0">
            <a:off x="4995293" y="1519579"/>
            <a:ext cx="4011147" cy="1667510"/>
          </a:xfrm>
          <a:prstGeom prst="rect">
            <a:avLst/>
          </a:prstGeom>
        </p:spPr>
        <p:txBody>
          <a:bodyPr anchor="t" rtlCol="false" tIns="0" lIns="0" bIns="0" rIns="0">
            <a:spAutoFit/>
          </a:bodyPr>
          <a:lstStyle/>
          <a:p>
            <a:pPr algn="r">
              <a:lnSpc>
                <a:spcPts val="6399"/>
              </a:lnSpc>
            </a:pPr>
            <a:r>
              <a:rPr lang="en-US" sz="6399" spc="-319">
                <a:solidFill>
                  <a:srgbClr val="231F20"/>
                </a:solidFill>
                <a:latin typeface="Helios"/>
                <a:ea typeface="Helios"/>
                <a:cs typeface="Helios"/>
                <a:sym typeface="Helios"/>
              </a:rPr>
              <a:t>COLONIAL PERIOD</a:t>
            </a:r>
          </a:p>
        </p:txBody>
      </p:sp>
      <p:sp>
        <p:nvSpPr>
          <p:cNvPr name="Freeform 20" id="20"/>
          <p:cNvSpPr/>
          <p:nvPr/>
        </p:nvSpPr>
        <p:spPr>
          <a:xfrm flipH="false" flipV="false" rot="0">
            <a:off x="802958" y="2374924"/>
            <a:ext cx="535224" cy="535224"/>
          </a:xfrm>
          <a:custGeom>
            <a:avLst/>
            <a:gdLst/>
            <a:ahLst/>
            <a:cxnLst/>
            <a:rect r="r" b="b" t="t" l="l"/>
            <a:pathLst>
              <a:path h="535224" w="535224">
                <a:moveTo>
                  <a:pt x="0" y="0"/>
                </a:moveTo>
                <a:lnTo>
                  <a:pt x="535223" y="0"/>
                </a:lnTo>
                <a:lnTo>
                  <a:pt x="535223" y="535224"/>
                </a:lnTo>
                <a:lnTo>
                  <a:pt x="0" y="5352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5043235" y="3752850"/>
            <a:ext cx="3662161" cy="2743200"/>
          </a:xfrm>
          <a:prstGeom prst="rect">
            <a:avLst/>
          </a:prstGeom>
        </p:spPr>
        <p:txBody>
          <a:bodyPr anchor="t" rtlCol="false" tIns="0" lIns="0" bIns="0" rIns="0">
            <a:spAutoFit/>
          </a:bodyPr>
          <a:lstStyle/>
          <a:p>
            <a:pPr algn="just">
              <a:lnSpc>
                <a:spcPts val="1680"/>
              </a:lnSpc>
            </a:pPr>
            <a:r>
              <a:rPr lang="en-US" sz="1400" spc="-42">
                <a:solidFill>
                  <a:srgbClr val="231F20"/>
                </a:solidFill>
                <a:latin typeface="Arimo"/>
                <a:ea typeface="Arimo"/>
                <a:cs typeface="Arimo"/>
                <a:sym typeface="Arimo"/>
              </a:rPr>
              <a:t>LOREM IPSUM DOLOR SIT AMET, CONSECTETUR ADIPISCING ELIT. DONEC TEMPUS ID MASSA RHONCUS ULTRICIES. SUSPENDISSE EUISMOD LAOREET EROS, UT VARIUS ENIM RHONCUS EU. DUIS CONVALLIS RISUS A METUS VEHICULA, SED AUCTOR MASSA BIBENDUM. VIVAMUS IN FELIS NEC ERAT LUCTUS FEUGIAT SIT AMET EGET FELIS. PRAESENT NEC EROS DIAM. DONEC MOLLIS ARCU EU PRETIUM IMPERDIET. PROIN LAOREET ALIQUAM ACCUMSAN.</a:t>
            </a:r>
          </a:p>
          <a:p>
            <a:pPr algn="just">
              <a:lnSpc>
                <a:spcPts val="168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0167" y="412457"/>
            <a:ext cx="8933265" cy="6490286"/>
            <a:chOff x="0" y="0"/>
            <a:chExt cx="3308617" cy="2403810"/>
          </a:xfrm>
        </p:grpSpPr>
        <p:sp>
          <p:nvSpPr>
            <p:cNvPr name="Freeform 3" id="3"/>
            <p:cNvSpPr/>
            <p:nvPr/>
          </p:nvSpPr>
          <p:spPr>
            <a:xfrm flipH="false" flipV="false" rot="0">
              <a:off x="0" y="0"/>
              <a:ext cx="3308617" cy="2403810"/>
            </a:xfrm>
            <a:custGeom>
              <a:avLst/>
              <a:gdLst/>
              <a:ahLst/>
              <a:cxnLst/>
              <a:rect r="r" b="b" t="t" l="l"/>
              <a:pathLst>
                <a:path h="2403810" w="3308617">
                  <a:moveTo>
                    <a:pt x="17333" y="0"/>
                  </a:moveTo>
                  <a:lnTo>
                    <a:pt x="3291284" y="0"/>
                  </a:lnTo>
                  <a:cubicBezTo>
                    <a:pt x="3300857" y="0"/>
                    <a:pt x="3308617" y="7760"/>
                    <a:pt x="3308617" y="17333"/>
                  </a:cubicBezTo>
                  <a:lnTo>
                    <a:pt x="3308617" y="2386477"/>
                  </a:lnTo>
                  <a:cubicBezTo>
                    <a:pt x="3308617" y="2396049"/>
                    <a:pt x="3300857" y="2403810"/>
                    <a:pt x="3291284" y="2403810"/>
                  </a:cubicBezTo>
                  <a:lnTo>
                    <a:pt x="17333" y="2403810"/>
                  </a:lnTo>
                  <a:cubicBezTo>
                    <a:pt x="7760" y="2403810"/>
                    <a:pt x="0" y="2396049"/>
                    <a:pt x="0" y="2386477"/>
                  </a:cubicBezTo>
                  <a:lnTo>
                    <a:pt x="0" y="17333"/>
                  </a:lnTo>
                  <a:cubicBezTo>
                    <a:pt x="0" y="7760"/>
                    <a:pt x="7760" y="0"/>
                    <a:pt x="17333" y="0"/>
                  </a:cubicBezTo>
                  <a:close/>
                </a:path>
              </a:pathLst>
            </a:custGeom>
            <a:solidFill>
              <a:srgbClr val="F0F0E8"/>
            </a:solidFill>
          </p:spPr>
        </p:sp>
        <p:sp>
          <p:nvSpPr>
            <p:cNvPr name="TextBox 4" id="4"/>
            <p:cNvSpPr txBox="true"/>
            <p:nvPr/>
          </p:nvSpPr>
          <p:spPr>
            <a:xfrm>
              <a:off x="0" y="-19050"/>
              <a:ext cx="3308617" cy="2422860"/>
            </a:xfrm>
            <a:prstGeom prst="rect">
              <a:avLst/>
            </a:prstGeom>
          </p:spPr>
          <p:txBody>
            <a:bodyPr anchor="ctr" rtlCol="false" tIns="50800" lIns="50800" bIns="50800" rIns="50800"/>
            <a:lstStyle/>
            <a:p>
              <a:pPr algn="ctr">
                <a:lnSpc>
                  <a:spcPts val="2160"/>
                </a:lnSpc>
              </a:pPr>
            </a:p>
          </p:txBody>
        </p:sp>
      </p:grpSp>
      <p:grpSp>
        <p:nvGrpSpPr>
          <p:cNvPr name="Group 5" id="5"/>
          <p:cNvGrpSpPr/>
          <p:nvPr/>
        </p:nvGrpSpPr>
        <p:grpSpPr>
          <a:xfrm rot="0">
            <a:off x="781712" y="680060"/>
            <a:ext cx="1759058" cy="488254"/>
            <a:chOff x="0" y="0"/>
            <a:chExt cx="867088" cy="240674"/>
          </a:xfrm>
        </p:grpSpPr>
        <p:sp>
          <p:nvSpPr>
            <p:cNvPr name="Freeform 6" id="6"/>
            <p:cNvSpPr/>
            <p:nvPr/>
          </p:nvSpPr>
          <p:spPr>
            <a:xfrm flipH="false" flipV="false" rot="0">
              <a:off x="0" y="0"/>
              <a:ext cx="867087" cy="240674"/>
            </a:xfrm>
            <a:custGeom>
              <a:avLst/>
              <a:gdLst/>
              <a:ahLst/>
              <a:cxnLst/>
              <a:rect r="r" b="b" t="t" l="l"/>
              <a:pathLst>
                <a:path h="240674" w="867087">
                  <a:moveTo>
                    <a:pt x="120337" y="0"/>
                  </a:moveTo>
                  <a:lnTo>
                    <a:pt x="746751" y="0"/>
                  </a:lnTo>
                  <a:cubicBezTo>
                    <a:pt x="778666" y="0"/>
                    <a:pt x="809274" y="12678"/>
                    <a:pt x="831842" y="35246"/>
                  </a:cubicBezTo>
                  <a:cubicBezTo>
                    <a:pt x="854409" y="57813"/>
                    <a:pt x="867087" y="88421"/>
                    <a:pt x="867087" y="120337"/>
                  </a:cubicBezTo>
                  <a:lnTo>
                    <a:pt x="867087" y="120337"/>
                  </a:lnTo>
                  <a:cubicBezTo>
                    <a:pt x="867087" y="186797"/>
                    <a:pt x="813211" y="240674"/>
                    <a:pt x="74675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C1F548"/>
            </a:solidFill>
          </p:spPr>
        </p:sp>
        <p:sp>
          <p:nvSpPr>
            <p:cNvPr name="TextBox 7" id="7"/>
            <p:cNvSpPr txBox="true"/>
            <p:nvPr/>
          </p:nvSpPr>
          <p:spPr>
            <a:xfrm>
              <a:off x="0" y="-19050"/>
              <a:ext cx="867088" cy="259724"/>
            </a:xfrm>
            <a:prstGeom prst="rect">
              <a:avLst/>
            </a:prstGeom>
          </p:spPr>
          <p:txBody>
            <a:bodyPr anchor="ctr" rtlCol="false" tIns="50800" lIns="50800" bIns="50800" rIns="50800"/>
            <a:lstStyle/>
            <a:p>
              <a:pPr algn="ctr">
                <a:lnSpc>
                  <a:spcPts val="2160"/>
                </a:lnSpc>
              </a:pPr>
            </a:p>
          </p:txBody>
        </p:sp>
      </p:grpSp>
      <p:grpSp>
        <p:nvGrpSpPr>
          <p:cNvPr name="Group 8" id="8"/>
          <p:cNvGrpSpPr/>
          <p:nvPr/>
        </p:nvGrpSpPr>
        <p:grpSpPr>
          <a:xfrm rot="0">
            <a:off x="6843129" y="680060"/>
            <a:ext cx="1562720" cy="488254"/>
            <a:chOff x="0" y="0"/>
            <a:chExt cx="770307" cy="240674"/>
          </a:xfrm>
        </p:grpSpPr>
        <p:sp>
          <p:nvSpPr>
            <p:cNvPr name="Freeform 9" id="9"/>
            <p:cNvSpPr/>
            <p:nvPr/>
          </p:nvSpPr>
          <p:spPr>
            <a:xfrm flipH="false" flipV="false" rot="0">
              <a:off x="0" y="0"/>
              <a:ext cx="770307" cy="240674"/>
            </a:xfrm>
            <a:custGeom>
              <a:avLst/>
              <a:gdLst/>
              <a:ahLst/>
              <a:cxnLst/>
              <a:rect r="r" b="b" t="t" l="l"/>
              <a:pathLst>
                <a:path h="240674" w="770307">
                  <a:moveTo>
                    <a:pt x="120337" y="0"/>
                  </a:moveTo>
                  <a:lnTo>
                    <a:pt x="649971" y="0"/>
                  </a:lnTo>
                  <a:cubicBezTo>
                    <a:pt x="681886" y="0"/>
                    <a:pt x="712494" y="12678"/>
                    <a:pt x="735062" y="35246"/>
                  </a:cubicBezTo>
                  <a:cubicBezTo>
                    <a:pt x="757629" y="57813"/>
                    <a:pt x="770307" y="88421"/>
                    <a:pt x="770307" y="120337"/>
                  </a:cubicBezTo>
                  <a:lnTo>
                    <a:pt x="770307" y="120337"/>
                  </a:lnTo>
                  <a:cubicBezTo>
                    <a:pt x="770307" y="186797"/>
                    <a:pt x="716431" y="240674"/>
                    <a:pt x="64997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FFFFFF"/>
            </a:solidFill>
          </p:spPr>
        </p:sp>
        <p:sp>
          <p:nvSpPr>
            <p:cNvPr name="TextBox 10" id="10"/>
            <p:cNvSpPr txBox="true"/>
            <p:nvPr/>
          </p:nvSpPr>
          <p:spPr>
            <a:xfrm>
              <a:off x="0" y="-19050"/>
              <a:ext cx="770307" cy="259724"/>
            </a:xfrm>
            <a:prstGeom prst="rect">
              <a:avLst/>
            </a:prstGeom>
          </p:spPr>
          <p:txBody>
            <a:bodyPr anchor="ctr" rtlCol="false" tIns="50800" lIns="50800" bIns="50800" rIns="50800"/>
            <a:lstStyle/>
            <a:p>
              <a:pPr algn="ctr">
                <a:lnSpc>
                  <a:spcPts val="2160"/>
                </a:lnSpc>
              </a:pPr>
            </a:p>
          </p:txBody>
        </p:sp>
      </p:grpSp>
      <p:sp>
        <p:nvSpPr>
          <p:cNvPr name="Freeform 11" id="11"/>
          <p:cNvSpPr/>
          <p:nvPr/>
        </p:nvSpPr>
        <p:spPr>
          <a:xfrm flipH="false" flipV="false" rot="0">
            <a:off x="8483634" y="680060"/>
            <a:ext cx="488254" cy="488254"/>
          </a:xfrm>
          <a:custGeom>
            <a:avLst/>
            <a:gdLst/>
            <a:ahLst/>
            <a:cxnLst/>
            <a:rect r="r" b="b" t="t" l="l"/>
            <a:pathLst>
              <a:path h="488254" w="488254">
                <a:moveTo>
                  <a:pt x="0" y="0"/>
                </a:moveTo>
                <a:lnTo>
                  <a:pt x="488254" y="0"/>
                </a:lnTo>
                <a:lnTo>
                  <a:pt x="488254" y="488254"/>
                </a:lnTo>
                <a:lnTo>
                  <a:pt x="0" y="4882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843129" y="1568124"/>
            <a:ext cx="2013269" cy="2024310"/>
          </a:xfrm>
          <a:custGeom>
            <a:avLst/>
            <a:gdLst/>
            <a:ahLst/>
            <a:cxnLst/>
            <a:rect r="r" b="b" t="t" l="l"/>
            <a:pathLst>
              <a:path h="2024310" w="2013269">
                <a:moveTo>
                  <a:pt x="0" y="0"/>
                </a:moveTo>
                <a:lnTo>
                  <a:pt x="2013269" y="0"/>
                </a:lnTo>
                <a:lnTo>
                  <a:pt x="2013269" y="2024311"/>
                </a:lnTo>
                <a:lnTo>
                  <a:pt x="0" y="2024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019358"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Henrietta Mitchell</a:t>
            </a:r>
          </a:p>
        </p:txBody>
      </p:sp>
      <p:sp>
        <p:nvSpPr>
          <p:cNvPr name="TextBox 14" id="14"/>
          <p:cNvSpPr txBox="true"/>
          <p:nvPr/>
        </p:nvSpPr>
        <p:spPr>
          <a:xfrm rot="0">
            <a:off x="7000867"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2nd May, 2026</a:t>
            </a:r>
          </a:p>
        </p:txBody>
      </p:sp>
      <p:sp>
        <p:nvSpPr>
          <p:cNvPr name="TextBox 15" id="15"/>
          <p:cNvSpPr txBox="true"/>
          <p:nvPr/>
        </p:nvSpPr>
        <p:spPr>
          <a:xfrm rot="0">
            <a:off x="731520" y="2613855"/>
            <a:ext cx="3523762" cy="1066800"/>
          </a:xfrm>
          <a:prstGeom prst="rect">
            <a:avLst/>
          </a:prstGeom>
        </p:spPr>
        <p:txBody>
          <a:bodyPr anchor="t" rtlCol="false" tIns="0" lIns="0" bIns="0" rIns="0">
            <a:spAutoFit/>
          </a:bodyPr>
          <a:lstStyle/>
          <a:p>
            <a:pPr algn="just">
              <a:lnSpc>
                <a:spcPts val="1680"/>
              </a:lnSpc>
            </a:pPr>
            <a:r>
              <a:rPr lang="en-US" sz="1400" spc="-42">
                <a:solidFill>
                  <a:srgbClr val="231F20"/>
                </a:solidFill>
                <a:latin typeface="Arimo"/>
                <a:ea typeface="Arimo"/>
                <a:cs typeface="Arimo"/>
                <a:sym typeface="Arimo"/>
              </a:rPr>
              <a:t>LOREM IPSUM DOLOR SIT AMET, CONSECTETUR ADIPISCING ELIT. DONEC TEMPUS ID MASSA RHONCUS ULTRICIES. SUSPENDISSE EUISMOD LAOREET EROS, UT VARIUS ENIM RHONCUS EU.</a:t>
            </a:r>
          </a:p>
        </p:txBody>
      </p:sp>
      <p:sp>
        <p:nvSpPr>
          <p:cNvPr name="TextBox 16" id="16"/>
          <p:cNvSpPr txBox="true"/>
          <p:nvPr/>
        </p:nvSpPr>
        <p:spPr>
          <a:xfrm rot="0">
            <a:off x="731520" y="1529910"/>
            <a:ext cx="3569151" cy="655320"/>
          </a:xfrm>
          <a:prstGeom prst="rect">
            <a:avLst/>
          </a:prstGeom>
        </p:spPr>
        <p:txBody>
          <a:bodyPr anchor="t" rtlCol="false" tIns="0" lIns="0" bIns="0" rIns="0">
            <a:spAutoFit/>
          </a:bodyPr>
          <a:lstStyle/>
          <a:p>
            <a:pPr algn="l">
              <a:lnSpc>
                <a:spcPts val="4800"/>
              </a:lnSpc>
            </a:pPr>
            <a:r>
              <a:rPr lang="en-US" sz="4800" spc="-240">
                <a:solidFill>
                  <a:srgbClr val="231F20"/>
                </a:solidFill>
                <a:latin typeface="Helios"/>
                <a:ea typeface="Helios"/>
                <a:cs typeface="Helios"/>
                <a:sym typeface="Helios"/>
              </a:rPr>
              <a:t>CHAPTER 2</a:t>
            </a:r>
          </a:p>
        </p:txBody>
      </p:sp>
      <p:sp>
        <p:nvSpPr>
          <p:cNvPr name="TextBox 17" id="17"/>
          <p:cNvSpPr txBox="true"/>
          <p:nvPr/>
        </p:nvSpPr>
        <p:spPr>
          <a:xfrm rot="0">
            <a:off x="3470059" y="4106545"/>
            <a:ext cx="5552021" cy="2477135"/>
          </a:xfrm>
          <a:prstGeom prst="rect">
            <a:avLst/>
          </a:prstGeom>
        </p:spPr>
        <p:txBody>
          <a:bodyPr anchor="t" rtlCol="false" tIns="0" lIns="0" bIns="0" rIns="0">
            <a:spAutoFit/>
          </a:bodyPr>
          <a:lstStyle/>
          <a:p>
            <a:pPr algn="r">
              <a:lnSpc>
                <a:spcPts val="6399"/>
              </a:lnSpc>
            </a:pPr>
            <a:r>
              <a:rPr lang="en-US" sz="6399" spc="-319">
                <a:solidFill>
                  <a:srgbClr val="231F20"/>
                </a:solidFill>
                <a:latin typeface="Helios"/>
                <a:ea typeface="Helios"/>
                <a:cs typeface="Helios"/>
                <a:sym typeface="Helios"/>
              </a:rPr>
              <a:t>SOCIAL IMPACT OF COLONIALISM</a:t>
            </a:r>
          </a:p>
        </p:txBody>
      </p:sp>
      <p:sp>
        <p:nvSpPr>
          <p:cNvPr name="TextBox 18" id="18"/>
          <p:cNvSpPr txBox="true"/>
          <p:nvPr/>
        </p:nvSpPr>
        <p:spPr>
          <a:xfrm rot="0">
            <a:off x="731520" y="3947355"/>
            <a:ext cx="3523762" cy="1066800"/>
          </a:xfrm>
          <a:prstGeom prst="rect">
            <a:avLst/>
          </a:prstGeom>
        </p:spPr>
        <p:txBody>
          <a:bodyPr anchor="t" rtlCol="false" tIns="0" lIns="0" bIns="0" rIns="0">
            <a:spAutoFit/>
          </a:bodyPr>
          <a:lstStyle/>
          <a:p>
            <a:pPr algn="just">
              <a:lnSpc>
                <a:spcPts val="1680"/>
              </a:lnSpc>
            </a:pPr>
            <a:r>
              <a:rPr lang="en-US" sz="1400" spc="-42">
                <a:solidFill>
                  <a:srgbClr val="231F20"/>
                </a:solidFill>
                <a:latin typeface="Arimo"/>
                <a:ea typeface="Arimo"/>
                <a:cs typeface="Arimo"/>
                <a:sym typeface="Arimo"/>
              </a:rPr>
              <a:t>LOREM IPSUM DOLOR SIT AMET, CONSECTETUR ADIPISCING ELIT. DONEC TEMPUS ID MASSA RHONCUS ULTRICIES. SUSPENDISSE EUISMOD LAOREET EROS, UT VARIUS ENIM RHONCUS EU.</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0167" y="412457"/>
            <a:ext cx="8933265" cy="6490286"/>
            <a:chOff x="0" y="0"/>
            <a:chExt cx="3308617" cy="2403810"/>
          </a:xfrm>
        </p:grpSpPr>
        <p:sp>
          <p:nvSpPr>
            <p:cNvPr name="Freeform 3" id="3"/>
            <p:cNvSpPr/>
            <p:nvPr/>
          </p:nvSpPr>
          <p:spPr>
            <a:xfrm flipH="false" flipV="false" rot="0">
              <a:off x="0" y="0"/>
              <a:ext cx="3308617" cy="2403810"/>
            </a:xfrm>
            <a:custGeom>
              <a:avLst/>
              <a:gdLst/>
              <a:ahLst/>
              <a:cxnLst/>
              <a:rect r="r" b="b" t="t" l="l"/>
              <a:pathLst>
                <a:path h="2403810" w="3308617">
                  <a:moveTo>
                    <a:pt x="17333" y="0"/>
                  </a:moveTo>
                  <a:lnTo>
                    <a:pt x="3291284" y="0"/>
                  </a:lnTo>
                  <a:cubicBezTo>
                    <a:pt x="3300857" y="0"/>
                    <a:pt x="3308617" y="7760"/>
                    <a:pt x="3308617" y="17333"/>
                  </a:cubicBezTo>
                  <a:lnTo>
                    <a:pt x="3308617" y="2386477"/>
                  </a:lnTo>
                  <a:cubicBezTo>
                    <a:pt x="3308617" y="2396049"/>
                    <a:pt x="3300857" y="2403810"/>
                    <a:pt x="3291284" y="2403810"/>
                  </a:cubicBezTo>
                  <a:lnTo>
                    <a:pt x="17333" y="2403810"/>
                  </a:lnTo>
                  <a:cubicBezTo>
                    <a:pt x="7760" y="2403810"/>
                    <a:pt x="0" y="2396049"/>
                    <a:pt x="0" y="2386477"/>
                  </a:cubicBezTo>
                  <a:lnTo>
                    <a:pt x="0" y="17333"/>
                  </a:lnTo>
                  <a:cubicBezTo>
                    <a:pt x="0" y="7760"/>
                    <a:pt x="7760" y="0"/>
                    <a:pt x="17333" y="0"/>
                  </a:cubicBezTo>
                  <a:close/>
                </a:path>
              </a:pathLst>
            </a:custGeom>
            <a:solidFill>
              <a:srgbClr val="231F20"/>
            </a:solidFill>
          </p:spPr>
        </p:sp>
        <p:sp>
          <p:nvSpPr>
            <p:cNvPr name="TextBox 4" id="4"/>
            <p:cNvSpPr txBox="true"/>
            <p:nvPr/>
          </p:nvSpPr>
          <p:spPr>
            <a:xfrm>
              <a:off x="0" y="-19050"/>
              <a:ext cx="3308617" cy="2422860"/>
            </a:xfrm>
            <a:prstGeom prst="rect">
              <a:avLst/>
            </a:prstGeom>
          </p:spPr>
          <p:txBody>
            <a:bodyPr anchor="ctr" rtlCol="false" tIns="50800" lIns="50800" bIns="50800" rIns="50800"/>
            <a:lstStyle/>
            <a:p>
              <a:pPr algn="ctr">
                <a:lnSpc>
                  <a:spcPts val="2160"/>
                </a:lnSpc>
              </a:pPr>
            </a:p>
          </p:txBody>
        </p:sp>
      </p:grpSp>
      <p:grpSp>
        <p:nvGrpSpPr>
          <p:cNvPr name="Group 5" id="5"/>
          <p:cNvGrpSpPr/>
          <p:nvPr/>
        </p:nvGrpSpPr>
        <p:grpSpPr>
          <a:xfrm rot="0">
            <a:off x="781712" y="680060"/>
            <a:ext cx="1759058" cy="488254"/>
            <a:chOff x="0" y="0"/>
            <a:chExt cx="867088" cy="240674"/>
          </a:xfrm>
        </p:grpSpPr>
        <p:sp>
          <p:nvSpPr>
            <p:cNvPr name="Freeform 6" id="6"/>
            <p:cNvSpPr/>
            <p:nvPr/>
          </p:nvSpPr>
          <p:spPr>
            <a:xfrm flipH="false" flipV="false" rot="0">
              <a:off x="0" y="0"/>
              <a:ext cx="867087" cy="240674"/>
            </a:xfrm>
            <a:custGeom>
              <a:avLst/>
              <a:gdLst/>
              <a:ahLst/>
              <a:cxnLst/>
              <a:rect r="r" b="b" t="t" l="l"/>
              <a:pathLst>
                <a:path h="240674" w="867087">
                  <a:moveTo>
                    <a:pt x="120337" y="0"/>
                  </a:moveTo>
                  <a:lnTo>
                    <a:pt x="746751" y="0"/>
                  </a:lnTo>
                  <a:cubicBezTo>
                    <a:pt x="778666" y="0"/>
                    <a:pt x="809274" y="12678"/>
                    <a:pt x="831842" y="35246"/>
                  </a:cubicBezTo>
                  <a:cubicBezTo>
                    <a:pt x="854409" y="57813"/>
                    <a:pt x="867087" y="88421"/>
                    <a:pt x="867087" y="120337"/>
                  </a:cubicBezTo>
                  <a:lnTo>
                    <a:pt x="867087" y="120337"/>
                  </a:lnTo>
                  <a:cubicBezTo>
                    <a:pt x="867087" y="186797"/>
                    <a:pt x="813211" y="240674"/>
                    <a:pt x="74675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C1F548"/>
            </a:solidFill>
          </p:spPr>
        </p:sp>
        <p:sp>
          <p:nvSpPr>
            <p:cNvPr name="TextBox 7" id="7"/>
            <p:cNvSpPr txBox="true"/>
            <p:nvPr/>
          </p:nvSpPr>
          <p:spPr>
            <a:xfrm>
              <a:off x="0" y="-19050"/>
              <a:ext cx="867088" cy="259724"/>
            </a:xfrm>
            <a:prstGeom prst="rect">
              <a:avLst/>
            </a:prstGeom>
          </p:spPr>
          <p:txBody>
            <a:bodyPr anchor="ctr" rtlCol="false" tIns="50800" lIns="50800" bIns="50800" rIns="50800"/>
            <a:lstStyle/>
            <a:p>
              <a:pPr algn="ctr">
                <a:lnSpc>
                  <a:spcPts val="2160"/>
                </a:lnSpc>
              </a:pPr>
            </a:p>
          </p:txBody>
        </p:sp>
      </p:grpSp>
      <p:grpSp>
        <p:nvGrpSpPr>
          <p:cNvPr name="Group 8" id="8"/>
          <p:cNvGrpSpPr/>
          <p:nvPr/>
        </p:nvGrpSpPr>
        <p:grpSpPr>
          <a:xfrm rot="0">
            <a:off x="6843129" y="680060"/>
            <a:ext cx="1562720" cy="488254"/>
            <a:chOff x="0" y="0"/>
            <a:chExt cx="770307" cy="240674"/>
          </a:xfrm>
        </p:grpSpPr>
        <p:sp>
          <p:nvSpPr>
            <p:cNvPr name="Freeform 9" id="9"/>
            <p:cNvSpPr/>
            <p:nvPr/>
          </p:nvSpPr>
          <p:spPr>
            <a:xfrm flipH="false" flipV="false" rot="0">
              <a:off x="0" y="0"/>
              <a:ext cx="770307" cy="240674"/>
            </a:xfrm>
            <a:custGeom>
              <a:avLst/>
              <a:gdLst/>
              <a:ahLst/>
              <a:cxnLst/>
              <a:rect r="r" b="b" t="t" l="l"/>
              <a:pathLst>
                <a:path h="240674" w="770307">
                  <a:moveTo>
                    <a:pt x="120337" y="0"/>
                  </a:moveTo>
                  <a:lnTo>
                    <a:pt x="649971" y="0"/>
                  </a:lnTo>
                  <a:cubicBezTo>
                    <a:pt x="681886" y="0"/>
                    <a:pt x="712494" y="12678"/>
                    <a:pt x="735062" y="35246"/>
                  </a:cubicBezTo>
                  <a:cubicBezTo>
                    <a:pt x="757629" y="57813"/>
                    <a:pt x="770307" y="88421"/>
                    <a:pt x="770307" y="120337"/>
                  </a:cubicBezTo>
                  <a:lnTo>
                    <a:pt x="770307" y="120337"/>
                  </a:lnTo>
                  <a:cubicBezTo>
                    <a:pt x="770307" y="186797"/>
                    <a:pt x="716431" y="240674"/>
                    <a:pt x="64997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FFFFFF"/>
            </a:solidFill>
          </p:spPr>
        </p:sp>
        <p:sp>
          <p:nvSpPr>
            <p:cNvPr name="TextBox 10" id="10"/>
            <p:cNvSpPr txBox="true"/>
            <p:nvPr/>
          </p:nvSpPr>
          <p:spPr>
            <a:xfrm>
              <a:off x="0" y="-19050"/>
              <a:ext cx="770307" cy="259724"/>
            </a:xfrm>
            <a:prstGeom prst="rect">
              <a:avLst/>
            </a:prstGeom>
          </p:spPr>
          <p:txBody>
            <a:bodyPr anchor="ctr" rtlCol="false" tIns="50800" lIns="50800" bIns="50800" rIns="50800"/>
            <a:lstStyle/>
            <a:p>
              <a:pPr algn="ctr">
                <a:lnSpc>
                  <a:spcPts val="2160"/>
                </a:lnSpc>
              </a:pPr>
            </a:p>
          </p:txBody>
        </p:sp>
      </p:grpSp>
      <p:sp>
        <p:nvSpPr>
          <p:cNvPr name="Freeform 11" id="11"/>
          <p:cNvSpPr/>
          <p:nvPr/>
        </p:nvSpPr>
        <p:spPr>
          <a:xfrm flipH="false" flipV="false" rot="0">
            <a:off x="8483634" y="680060"/>
            <a:ext cx="488254" cy="488254"/>
          </a:xfrm>
          <a:custGeom>
            <a:avLst/>
            <a:gdLst/>
            <a:ahLst/>
            <a:cxnLst/>
            <a:rect r="r" b="b" t="t" l="l"/>
            <a:pathLst>
              <a:path h="488254" w="488254">
                <a:moveTo>
                  <a:pt x="0" y="0"/>
                </a:moveTo>
                <a:lnTo>
                  <a:pt x="488254" y="0"/>
                </a:lnTo>
                <a:lnTo>
                  <a:pt x="488254" y="488254"/>
                </a:lnTo>
                <a:lnTo>
                  <a:pt x="0" y="4882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5651880" y="1381629"/>
            <a:ext cx="3370200" cy="5202051"/>
            <a:chOff x="0" y="0"/>
            <a:chExt cx="1248222" cy="1926686"/>
          </a:xfrm>
        </p:grpSpPr>
        <p:sp>
          <p:nvSpPr>
            <p:cNvPr name="Freeform 13" id="13"/>
            <p:cNvSpPr/>
            <p:nvPr/>
          </p:nvSpPr>
          <p:spPr>
            <a:xfrm flipH="false" flipV="false" rot="0">
              <a:off x="0" y="0"/>
              <a:ext cx="1248222" cy="1926685"/>
            </a:xfrm>
            <a:custGeom>
              <a:avLst/>
              <a:gdLst/>
              <a:ahLst/>
              <a:cxnLst/>
              <a:rect r="r" b="b" t="t" l="l"/>
              <a:pathLst>
                <a:path h="1926685" w="1248222">
                  <a:moveTo>
                    <a:pt x="45943" y="0"/>
                  </a:moveTo>
                  <a:lnTo>
                    <a:pt x="1202279" y="0"/>
                  </a:lnTo>
                  <a:cubicBezTo>
                    <a:pt x="1214464" y="0"/>
                    <a:pt x="1226149" y="4840"/>
                    <a:pt x="1234766" y="13457"/>
                  </a:cubicBezTo>
                  <a:cubicBezTo>
                    <a:pt x="1243382" y="22073"/>
                    <a:pt x="1248222" y="33758"/>
                    <a:pt x="1248222" y="45943"/>
                  </a:cubicBezTo>
                  <a:lnTo>
                    <a:pt x="1248222" y="1880742"/>
                  </a:lnTo>
                  <a:cubicBezTo>
                    <a:pt x="1248222" y="1906116"/>
                    <a:pt x="1227652" y="1926685"/>
                    <a:pt x="1202279" y="1926685"/>
                  </a:cubicBezTo>
                  <a:lnTo>
                    <a:pt x="45943" y="1926685"/>
                  </a:lnTo>
                  <a:cubicBezTo>
                    <a:pt x="33758" y="1926685"/>
                    <a:pt x="22073" y="1921845"/>
                    <a:pt x="13457" y="1913229"/>
                  </a:cubicBezTo>
                  <a:cubicBezTo>
                    <a:pt x="4840" y="1904613"/>
                    <a:pt x="0" y="1892927"/>
                    <a:pt x="0" y="1880742"/>
                  </a:cubicBezTo>
                  <a:lnTo>
                    <a:pt x="0" y="45943"/>
                  </a:lnTo>
                  <a:cubicBezTo>
                    <a:pt x="0" y="33758"/>
                    <a:pt x="4840" y="22073"/>
                    <a:pt x="13457" y="13457"/>
                  </a:cubicBezTo>
                  <a:cubicBezTo>
                    <a:pt x="22073" y="4840"/>
                    <a:pt x="33758" y="0"/>
                    <a:pt x="45943" y="0"/>
                  </a:cubicBezTo>
                  <a:close/>
                </a:path>
              </a:pathLst>
            </a:custGeom>
            <a:solidFill>
              <a:srgbClr val="C1F548"/>
            </a:solidFill>
            <a:ln cap="sq">
              <a:noFill/>
              <a:prstDash val="solid"/>
              <a:miter/>
            </a:ln>
          </p:spPr>
        </p:sp>
        <p:sp>
          <p:nvSpPr>
            <p:cNvPr name="TextBox 14" id="14"/>
            <p:cNvSpPr txBox="true"/>
            <p:nvPr/>
          </p:nvSpPr>
          <p:spPr>
            <a:xfrm>
              <a:off x="0" y="-19050"/>
              <a:ext cx="1248222" cy="1945736"/>
            </a:xfrm>
            <a:prstGeom prst="rect">
              <a:avLst/>
            </a:prstGeom>
          </p:spPr>
          <p:txBody>
            <a:bodyPr anchor="ctr" rtlCol="false" tIns="50800" lIns="50800" bIns="50800" rIns="50800"/>
            <a:lstStyle/>
            <a:p>
              <a:pPr algn="ctr">
                <a:lnSpc>
                  <a:spcPts val="2160"/>
                </a:lnSpc>
              </a:pPr>
            </a:p>
          </p:txBody>
        </p:sp>
      </p:grpSp>
      <p:sp>
        <p:nvSpPr>
          <p:cNvPr name="Freeform 15" id="15"/>
          <p:cNvSpPr/>
          <p:nvPr/>
        </p:nvSpPr>
        <p:spPr>
          <a:xfrm flipH="false" flipV="false" rot="0">
            <a:off x="781712" y="2374924"/>
            <a:ext cx="1950720" cy="641299"/>
          </a:xfrm>
          <a:custGeom>
            <a:avLst/>
            <a:gdLst/>
            <a:ahLst/>
            <a:cxnLst/>
            <a:rect r="r" b="b" t="t" l="l"/>
            <a:pathLst>
              <a:path h="641299" w="1950720">
                <a:moveTo>
                  <a:pt x="0" y="0"/>
                </a:moveTo>
                <a:lnTo>
                  <a:pt x="1950720" y="0"/>
                </a:lnTo>
                <a:lnTo>
                  <a:pt x="1950720" y="641299"/>
                </a:lnTo>
                <a:lnTo>
                  <a:pt x="0" y="6412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019358"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Henrietta Mitchell</a:t>
            </a:r>
          </a:p>
        </p:txBody>
      </p:sp>
      <p:sp>
        <p:nvSpPr>
          <p:cNvPr name="TextBox 17" id="17"/>
          <p:cNvSpPr txBox="true"/>
          <p:nvPr/>
        </p:nvSpPr>
        <p:spPr>
          <a:xfrm rot="0">
            <a:off x="7000867"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2nd May, 2026</a:t>
            </a:r>
          </a:p>
        </p:txBody>
      </p:sp>
      <p:sp>
        <p:nvSpPr>
          <p:cNvPr name="TextBox 18" id="18"/>
          <p:cNvSpPr txBox="true"/>
          <p:nvPr/>
        </p:nvSpPr>
        <p:spPr>
          <a:xfrm rot="0">
            <a:off x="731520" y="1481479"/>
            <a:ext cx="3569151" cy="655320"/>
          </a:xfrm>
          <a:prstGeom prst="rect">
            <a:avLst/>
          </a:prstGeom>
        </p:spPr>
        <p:txBody>
          <a:bodyPr anchor="t" rtlCol="false" tIns="0" lIns="0" bIns="0" rIns="0">
            <a:spAutoFit/>
          </a:bodyPr>
          <a:lstStyle/>
          <a:p>
            <a:pPr algn="l">
              <a:lnSpc>
                <a:spcPts val="4800"/>
              </a:lnSpc>
            </a:pPr>
            <a:r>
              <a:rPr lang="en-US" sz="4800" spc="-240">
                <a:solidFill>
                  <a:srgbClr val="F0F0E8"/>
                </a:solidFill>
                <a:latin typeface="Helios"/>
                <a:ea typeface="Helios"/>
                <a:cs typeface="Helios"/>
                <a:sym typeface="Helios"/>
              </a:rPr>
              <a:t>CHAPTER 3</a:t>
            </a:r>
          </a:p>
        </p:txBody>
      </p:sp>
      <p:sp>
        <p:nvSpPr>
          <p:cNvPr name="TextBox 19" id="19"/>
          <p:cNvSpPr txBox="true"/>
          <p:nvPr/>
        </p:nvSpPr>
        <p:spPr>
          <a:xfrm rot="0">
            <a:off x="731520" y="4412615"/>
            <a:ext cx="4802232" cy="2171065"/>
          </a:xfrm>
          <a:prstGeom prst="rect">
            <a:avLst/>
          </a:prstGeom>
        </p:spPr>
        <p:txBody>
          <a:bodyPr anchor="t" rtlCol="false" tIns="0" lIns="0" bIns="0" rIns="0">
            <a:spAutoFit/>
          </a:bodyPr>
          <a:lstStyle/>
          <a:p>
            <a:pPr algn="l">
              <a:lnSpc>
                <a:spcPts val="5600"/>
              </a:lnSpc>
            </a:pPr>
            <a:r>
              <a:rPr lang="en-US" sz="5600" spc="-280">
                <a:solidFill>
                  <a:srgbClr val="F0F0E8"/>
                </a:solidFill>
                <a:latin typeface="Helios"/>
                <a:ea typeface="Helios"/>
                <a:cs typeface="Helios"/>
                <a:sym typeface="Helios"/>
              </a:rPr>
              <a:t>ECONOMIC IMPACT OF COLONIALISM</a:t>
            </a:r>
          </a:p>
        </p:txBody>
      </p:sp>
      <p:sp>
        <p:nvSpPr>
          <p:cNvPr name="TextBox 20" id="20"/>
          <p:cNvSpPr txBox="true"/>
          <p:nvPr/>
        </p:nvSpPr>
        <p:spPr>
          <a:xfrm rot="0">
            <a:off x="6006581" y="1943099"/>
            <a:ext cx="2721180" cy="1485900"/>
          </a:xfrm>
          <a:prstGeom prst="rect">
            <a:avLst/>
          </a:prstGeom>
        </p:spPr>
        <p:txBody>
          <a:bodyPr anchor="t" rtlCol="false" tIns="0" lIns="0" bIns="0" rIns="0">
            <a:spAutoFit/>
          </a:bodyPr>
          <a:lstStyle/>
          <a:p>
            <a:pPr algn="just">
              <a:lnSpc>
                <a:spcPts val="1680"/>
              </a:lnSpc>
            </a:pPr>
            <a:r>
              <a:rPr lang="en-US" sz="1400" spc="-42">
                <a:solidFill>
                  <a:srgbClr val="231F20"/>
                </a:solidFill>
                <a:latin typeface="Arimo"/>
                <a:ea typeface="Arimo"/>
                <a:cs typeface="Arimo"/>
                <a:sym typeface="Arimo"/>
              </a:rPr>
              <a:t>LOREM IPSUM DOLOR SIT AMET, CONSECTETUR ADIPISCING ELIT. DONEC TEMPUS ID MASSA RHONCUS ULTRICIES. SUSPENDISSE EUISMOD LAOREET EROS, UT VARIUS ENIM RHONCUS EU</a:t>
            </a:r>
          </a:p>
        </p:txBody>
      </p:sp>
      <p:sp>
        <p:nvSpPr>
          <p:cNvPr name="TextBox 21" id="21"/>
          <p:cNvSpPr txBox="true"/>
          <p:nvPr/>
        </p:nvSpPr>
        <p:spPr>
          <a:xfrm rot="0">
            <a:off x="5976390" y="4578181"/>
            <a:ext cx="2721180" cy="1485900"/>
          </a:xfrm>
          <a:prstGeom prst="rect">
            <a:avLst/>
          </a:prstGeom>
        </p:spPr>
        <p:txBody>
          <a:bodyPr anchor="t" rtlCol="false" tIns="0" lIns="0" bIns="0" rIns="0">
            <a:spAutoFit/>
          </a:bodyPr>
          <a:lstStyle/>
          <a:p>
            <a:pPr algn="just">
              <a:lnSpc>
                <a:spcPts val="1680"/>
              </a:lnSpc>
            </a:pPr>
            <a:r>
              <a:rPr lang="en-US" sz="1400" spc="-42">
                <a:solidFill>
                  <a:srgbClr val="231F20"/>
                </a:solidFill>
                <a:latin typeface="Arimo"/>
                <a:ea typeface="Arimo"/>
                <a:cs typeface="Arimo"/>
                <a:sym typeface="Arimo"/>
              </a:rPr>
              <a:t>LOREM IPSUM DOLOR SIT AMET, CONSECTETUR ADIPISCING ELIT. DONEC TEMPUS ID MASSA RHONCUS ULTRICIES. SUSPENDISSE EUISMOD LAOREET EROS, UT VARIUS ENIM RHONCUS EU</a:t>
            </a:r>
          </a:p>
        </p:txBody>
      </p:sp>
      <p:sp>
        <p:nvSpPr>
          <p:cNvPr name="AutoShape 22" id="22"/>
          <p:cNvSpPr/>
          <p:nvPr/>
        </p:nvSpPr>
        <p:spPr>
          <a:xfrm>
            <a:off x="6006581" y="4013115"/>
            <a:ext cx="2761384" cy="0"/>
          </a:xfrm>
          <a:prstGeom prst="line">
            <a:avLst/>
          </a:prstGeom>
          <a:ln cap="flat" w="9525">
            <a:solidFill>
              <a:srgbClr val="231F20"/>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0167" y="412457"/>
            <a:ext cx="8933265" cy="6490286"/>
            <a:chOff x="0" y="0"/>
            <a:chExt cx="3308617" cy="2403810"/>
          </a:xfrm>
        </p:grpSpPr>
        <p:sp>
          <p:nvSpPr>
            <p:cNvPr name="Freeform 3" id="3"/>
            <p:cNvSpPr/>
            <p:nvPr/>
          </p:nvSpPr>
          <p:spPr>
            <a:xfrm flipH="false" flipV="false" rot="0">
              <a:off x="0" y="0"/>
              <a:ext cx="3308617" cy="2403810"/>
            </a:xfrm>
            <a:custGeom>
              <a:avLst/>
              <a:gdLst/>
              <a:ahLst/>
              <a:cxnLst/>
              <a:rect r="r" b="b" t="t" l="l"/>
              <a:pathLst>
                <a:path h="2403810" w="3308617">
                  <a:moveTo>
                    <a:pt x="17333" y="0"/>
                  </a:moveTo>
                  <a:lnTo>
                    <a:pt x="3291284" y="0"/>
                  </a:lnTo>
                  <a:cubicBezTo>
                    <a:pt x="3300857" y="0"/>
                    <a:pt x="3308617" y="7760"/>
                    <a:pt x="3308617" y="17333"/>
                  </a:cubicBezTo>
                  <a:lnTo>
                    <a:pt x="3308617" y="2386477"/>
                  </a:lnTo>
                  <a:cubicBezTo>
                    <a:pt x="3308617" y="2396049"/>
                    <a:pt x="3300857" y="2403810"/>
                    <a:pt x="3291284" y="2403810"/>
                  </a:cubicBezTo>
                  <a:lnTo>
                    <a:pt x="17333" y="2403810"/>
                  </a:lnTo>
                  <a:cubicBezTo>
                    <a:pt x="7760" y="2403810"/>
                    <a:pt x="0" y="2396049"/>
                    <a:pt x="0" y="2386477"/>
                  </a:cubicBezTo>
                  <a:lnTo>
                    <a:pt x="0" y="17333"/>
                  </a:lnTo>
                  <a:cubicBezTo>
                    <a:pt x="0" y="7760"/>
                    <a:pt x="7760" y="0"/>
                    <a:pt x="17333" y="0"/>
                  </a:cubicBezTo>
                  <a:close/>
                </a:path>
              </a:pathLst>
            </a:custGeom>
            <a:solidFill>
              <a:srgbClr val="F0F0E8"/>
            </a:solidFill>
          </p:spPr>
        </p:sp>
        <p:sp>
          <p:nvSpPr>
            <p:cNvPr name="TextBox 4" id="4"/>
            <p:cNvSpPr txBox="true"/>
            <p:nvPr/>
          </p:nvSpPr>
          <p:spPr>
            <a:xfrm>
              <a:off x="0" y="-19050"/>
              <a:ext cx="3308617" cy="2422860"/>
            </a:xfrm>
            <a:prstGeom prst="rect">
              <a:avLst/>
            </a:prstGeom>
          </p:spPr>
          <p:txBody>
            <a:bodyPr anchor="ctr" rtlCol="false" tIns="50800" lIns="50800" bIns="50800" rIns="50800"/>
            <a:lstStyle/>
            <a:p>
              <a:pPr algn="ctr">
                <a:lnSpc>
                  <a:spcPts val="2160"/>
                </a:lnSpc>
              </a:pPr>
            </a:p>
          </p:txBody>
        </p:sp>
      </p:grpSp>
      <p:grpSp>
        <p:nvGrpSpPr>
          <p:cNvPr name="Group 5" id="5"/>
          <p:cNvGrpSpPr/>
          <p:nvPr/>
        </p:nvGrpSpPr>
        <p:grpSpPr>
          <a:xfrm rot="0">
            <a:off x="781712" y="680060"/>
            <a:ext cx="1759058" cy="488254"/>
            <a:chOff x="0" y="0"/>
            <a:chExt cx="867088" cy="240674"/>
          </a:xfrm>
        </p:grpSpPr>
        <p:sp>
          <p:nvSpPr>
            <p:cNvPr name="Freeform 6" id="6"/>
            <p:cNvSpPr/>
            <p:nvPr/>
          </p:nvSpPr>
          <p:spPr>
            <a:xfrm flipH="false" flipV="false" rot="0">
              <a:off x="0" y="0"/>
              <a:ext cx="867087" cy="240674"/>
            </a:xfrm>
            <a:custGeom>
              <a:avLst/>
              <a:gdLst/>
              <a:ahLst/>
              <a:cxnLst/>
              <a:rect r="r" b="b" t="t" l="l"/>
              <a:pathLst>
                <a:path h="240674" w="867087">
                  <a:moveTo>
                    <a:pt x="120337" y="0"/>
                  </a:moveTo>
                  <a:lnTo>
                    <a:pt x="746751" y="0"/>
                  </a:lnTo>
                  <a:cubicBezTo>
                    <a:pt x="778666" y="0"/>
                    <a:pt x="809274" y="12678"/>
                    <a:pt x="831842" y="35246"/>
                  </a:cubicBezTo>
                  <a:cubicBezTo>
                    <a:pt x="854409" y="57813"/>
                    <a:pt x="867087" y="88421"/>
                    <a:pt x="867087" y="120337"/>
                  </a:cubicBezTo>
                  <a:lnTo>
                    <a:pt x="867087" y="120337"/>
                  </a:lnTo>
                  <a:cubicBezTo>
                    <a:pt x="867087" y="186797"/>
                    <a:pt x="813211" y="240674"/>
                    <a:pt x="74675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C1F548"/>
            </a:solidFill>
          </p:spPr>
        </p:sp>
        <p:sp>
          <p:nvSpPr>
            <p:cNvPr name="TextBox 7" id="7"/>
            <p:cNvSpPr txBox="true"/>
            <p:nvPr/>
          </p:nvSpPr>
          <p:spPr>
            <a:xfrm>
              <a:off x="0" y="-19050"/>
              <a:ext cx="867088" cy="259724"/>
            </a:xfrm>
            <a:prstGeom prst="rect">
              <a:avLst/>
            </a:prstGeom>
          </p:spPr>
          <p:txBody>
            <a:bodyPr anchor="ctr" rtlCol="false" tIns="50800" lIns="50800" bIns="50800" rIns="50800"/>
            <a:lstStyle/>
            <a:p>
              <a:pPr algn="ctr">
                <a:lnSpc>
                  <a:spcPts val="2160"/>
                </a:lnSpc>
              </a:pPr>
            </a:p>
          </p:txBody>
        </p:sp>
      </p:grpSp>
      <p:grpSp>
        <p:nvGrpSpPr>
          <p:cNvPr name="Group 8" id="8"/>
          <p:cNvGrpSpPr/>
          <p:nvPr/>
        </p:nvGrpSpPr>
        <p:grpSpPr>
          <a:xfrm rot="0">
            <a:off x="6843129" y="680060"/>
            <a:ext cx="1562720" cy="488254"/>
            <a:chOff x="0" y="0"/>
            <a:chExt cx="770307" cy="240674"/>
          </a:xfrm>
        </p:grpSpPr>
        <p:sp>
          <p:nvSpPr>
            <p:cNvPr name="Freeform 9" id="9"/>
            <p:cNvSpPr/>
            <p:nvPr/>
          </p:nvSpPr>
          <p:spPr>
            <a:xfrm flipH="false" flipV="false" rot="0">
              <a:off x="0" y="0"/>
              <a:ext cx="770307" cy="240674"/>
            </a:xfrm>
            <a:custGeom>
              <a:avLst/>
              <a:gdLst/>
              <a:ahLst/>
              <a:cxnLst/>
              <a:rect r="r" b="b" t="t" l="l"/>
              <a:pathLst>
                <a:path h="240674" w="770307">
                  <a:moveTo>
                    <a:pt x="120337" y="0"/>
                  </a:moveTo>
                  <a:lnTo>
                    <a:pt x="649971" y="0"/>
                  </a:lnTo>
                  <a:cubicBezTo>
                    <a:pt x="681886" y="0"/>
                    <a:pt x="712494" y="12678"/>
                    <a:pt x="735062" y="35246"/>
                  </a:cubicBezTo>
                  <a:cubicBezTo>
                    <a:pt x="757629" y="57813"/>
                    <a:pt x="770307" y="88421"/>
                    <a:pt x="770307" y="120337"/>
                  </a:cubicBezTo>
                  <a:lnTo>
                    <a:pt x="770307" y="120337"/>
                  </a:lnTo>
                  <a:cubicBezTo>
                    <a:pt x="770307" y="186797"/>
                    <a:pt x="716431" y="240674"/>
                    <a:pt x="64997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FFFFFF"/>
            </a:solidFill>
          </p:spPr>
        </p:sp>
        <p:sp>
          <p:nvSpPr>
            <p:cNvPr name="TextBox 10" id="10"/>
            <p:cNvSpPr txBox="true"/>
            <p:nvPr/>
          </p:nvSpPr>
          <p:spPr>
            <a:xfrm>
              <a:off x="0" y="-19050"/>
              <a:ext cx="770307" cy="259724"/>
            </a:xfrm>
            <a:prstGeom prst="rect">
              <a:avLst/>
            </a:prstGeom>
          </p:spPr>
          <p:txBody>
            <a:bodyPr anchor="ctr" rtlCol="false" tIns="50800" lIns="50800" bIns="50800" rIns="50800"/>
            <a:lstStyle/>
            <a:p>
              <a:pPr algn="ctr">
                <a:lnSpc>
                  <a:spcPts val="2160"/>
                </a:lnSpc>
              </a:pPr>
            </a:p>
          </p:txBody>
        </p:sp>
      </p:grpSp>
      <p:sp>
        <p:nvSpPr>
          <p:cNvPr name="Freeform 11" id="11"/>
          <p:cNvSpPr/>
          <p:nvPr/>
        </p:nvSpPr>
        <p:spPr>
          <a:xfrm flipH="false" flipV="false" rot="0">
            <a:off x="8483634" y="680060"/>
            <a:ext cx="488254" cy="488254"/>
          </a:xfrm>
          <a:custGeom>
            <a:avLst/>
            <a:gdLst/>
            <a:ahLst/>
            <a:cxnLst/>
            <a:rect r="r" b="b" t="t" l="l"/>
            <a:pathLst>
              <a:path h="488254" w="488254">
                <a:moveTo>
                  <a:pt x="0" y="0"/>
                </a:moveTo>
                <a:lnTo>
                  <a:pt x="488254" y="0"/>
                </a:lnTo>
                <a:lnTo>
                  <a:pt x="488254" y="488254"/>
                </a:lnTo>
                <a:lnTo>
                  <a:pt x="0" y="4882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5841401" y="2595202"/>
            <a:ext cx="3130487" cy="3988478"/>
            <a:chOff x="0" y="0"/>
            <a:chExt cx="682023" cy="868949"/>
          </a:xfrm>
        </p:grpSpPr>
        <p:sp>
          <p:nvSpPr>
            <p:cNvPr name="Freeform 13" id="13"/>
            <p:cNvSpPr/>
            <p:nvPr/>
          </p:nvSpPr>
          <p:spPr>
            <a:xfrm flipH="false" flipV="false" rot="0">
              <a:off x="0" y="0"/>
              <a:ext cx="682023" cy="868949"/>
            </a:xfrm>
            <a:custGeom>
              <a:avLst/>
              <a:gdLst/>
              <a:ahLst/>
              <a:cxnLst/>
              <a:rect r="r" b="b" t="t" l="l"/>
              <a:pathLst>
                <a:path h="868949" w="682023">
                  <a:moveTo>
                    <a:pt x="49461" y="0"/>
                  </a:moveTo>
                  <a:lnTo>
                    <a:pt x="632562" y="0"/>
                  </a:lnTo>
                  <a:cubicBezTo>
                    <a:pt x="659879" y="0"/>
                    <a:pt x="682023" y="22145"/>
                    <a:pt x="682023" y="49461"/>
                  </a:cubicBezTo>
                  <a:lnTo>
                    <a:pt x="682023" y="819488"/>
                  </a:lnTo>
                  <a:cubicBezTo>
                    <a:pt x="682023" y="832606"/>
                    <a:pt x="676812" y="845187"/>
                    <a:pt x="667536" y="854463"/>
                  </a:cubicBezTo>
                  <a:cubicBezTo>
                    <a:pt x="658261" y="863738"/>
                    <a:pt x="645680" y="868949"/>
                    <a:pt x="632562" y="868949"/>
                  </a:cubicBezTo>
                  <a:lnTo>
                    <a:pt x="49461" y="868949"/>
                  </a:lnTo>
                  <a:cubicBezTo>
                    <a:pt x="36343" y="868949"/>
                    <a:pt x="23763" y="863738"/>
                    <a:pt x="14487" y="854463"/>
                  </a:cubicBezTo>
                  <a:cubicBezTo>
                    <a:pt x="5211" y="845187"/>
                    <a:pt x="0" y="832606"/>
                    <a:pt x="0" y="819488"/>
                  </a:cubicBezTo>
                  <a:lnTo>
                    <a:pt x="0" y="49461"/>
                  </a:lnTo>
                  <a:cubicBezTo>
                    <a:pt x="0" y="36343"/>
                    <a:pt x="5211" y="23763"/>
                    <a:pt x="14487" y="14487"/>
                  </a:cubicBezTo>
                  <a:cubicBezTo>
                    <a:pt x="23763" y="5211"/>
                    <a:pt x="36343" y="0"/>
                    <a:pt x="49461" y="0"/>
                  </a:cubicBezTo>
                  <a:close/>
                </a:path>
              </a:pathLst>
            </a:custGeom>
            <a:blipFill>
              <a:blip r:embed="rId4"/>
              <a:stretch>
                <a:fillRect l="-66887" t="0" r="-66887" b="0"/>
              </a:stretch>
            </a:blipFill>
          </p:spPr>
        </p:sp>
      </p:grpSp>
      <p:sp>
        <p:nvSpPr>
          <p:cNvPr name="Freeform 14" id="14"/>
          <p:cNvSpPr/>
          <p:nvPr/>
        </p:nvSpPr>
        <p:spPr>
          <a:xfrm flipH="false" flipV="false" rot="0">
            <a:off x="781712" y="4224124"/>
            <a:ext cx="1950720" cy="730633"/>
          </a:xfrm>
          <a:custGeom>
            <a:avLst/>
            <a:gdLst/>
            <a:ahLst/>
            <a:cxnLst/>
            <a:rect r="r" b="b" t="t" l="l"/>
            <a:pathLst>
              <a:path h="730633" w="1950720">
                <a:moveTo>
                  <a:pt x="0" y="0"/>
                </a:moveTo>
                <a:lnTo>
                  <a:pt x="1950720" y="0"/>
                </a:lnTo>
                <a:lnTo>
                  <a:pt x="1950720" y="730634"/>
                </a:lnTo>
                <a:lnTo>
                  <a:pt x="0" y="7306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019358"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Henrietta Mitchell</a:t>
            </a:r>
          </a:p>
        </p:txBody>
      </p:sp>
      <p:sp>
        <p:nvSpPr>
          <p:cNvPr name="TextBox 16" id="16"/>
          <p:cNvSpPr txBox="true"/>
          <p:nvPr/>
        </p:nvSpPr>
        <p:spPr>
          <a:xfrm rot="0">
            <a:off x="7000867"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2nd May, 2026</a:t>
            </a:r>
          </a:p>
        </p:txBody>
      </p:sp>
      <p:sp>
        <p:nvSpPr>
          <p:cNvPr name="TextBox 17" id="17"/>
          <p:cNvSpPr txBox="true"/>
          <p:nvPr/>
        </p:nvSpPr>
        <p:spPr>
          <a:xfrm rot="0">
            <a:off x="5402737" y="1833202"/>
            <a:ext cx="3569151" cy="655320"/>
          </a:xfrm>
          <a:prstGeom prst="rect">
            <a:avLst/>
          </a:prstGeom>
        </p:spPr>
        <p:txBody>
          <a:bodyPr anchor="t" rtlCol="false" tIns="0" lIns="0" bIns="0" rIns="0">
            <a:spAutoFit/>
          </a:bodyPr>
          <a:lstStyle/>
          <a:p>
            <a:pPr algn="r">
              <a:lnSpc>
                <a:spcPts val="4800"/>
              </a:lnSpc>
            </a:pPr>
            <a:r>
              <a:rPr lang="en-US" sz="4800" spc="-240">
                <a:solidFill>
                  <a:srgbClr val="231F20"/>
                </a:solidFill>
                <a:latin typeface="Helios"/>
                <a:ea typeface="Helios"/>
                <a:cs typeface="Helios"/>
                <a:sym typeface="Helios"/>
              </a:rPr>
              <a:t>CHAPTER 4</a:t>
            </a:r>
          </a:p>
        </p:txBody>
      </p:sp>
      <p:sp>
        <p:nvSpPr>
          <p:cNvPr name="TextBox 18" id="18"/>
          <p:cNvSpPr txBox="true"/>
          <p:nvPr/>
        </p:nvSpPr>
        <p:spPr>
          <a:xfrm rot="0">
            <a:off x="781712" y="5117465"/>
            <a:ext cx="4621025" cy="1466215"/>
          </a:xfrm>
          <a:prstGeom prst="rect">
            <a:avLst/>
          </a:prstGeom>
        </p:spPr>
        <p:txBody>
          <a:bodyPr anchor="t" rtlCol="false" tIns="0" lIns="0" bIns="0" rIns="0">
            <a:spAutoFit/>
          </a:bodyPr>
          <a:lstStyle/>
          <a:p>
            <a:pPr algn="l">
              <a:lnSpc>
                <a:spcPts val="5600"/>
              </a:lnSpc>
            </a:pPr>
            <a:r>
              <a:rPr lang="en-US" sz="5600" spc="-280">
                <a:solidFill>
                  <a:srgbClr val="231F20"/>
                </a:solidFill>
                <a:latin typeface="Helios"/>
                <a:ea typeface="Helios"/>
                <a:cs typeface="Helios"/>
                <a:sym typeface="Helios"/>
              </a:rPr>
              <a:t>STRUGGLE &amp; RESISTANCE</a:t>
            </a:r>
          </a:p>
        </p:txBody>
      </p:sp>
      <p:sp>
        <p:nvSpPr>
          <p:cNvPr name="TextBox 19" id="19"/>
          <p:cNvSpPr txBox="true"/>
          <p:nvPr/>
        </p:nvSpPr>
        <p:spPr>
          <a:xfrm rot="0">
            <a:off x="731520" y="1737952"/>
            <a:ext cx="4375423" cy="857250"/>
          </a:xfrm>
          <a:prstGeom prst="rect">
            <a:avLst/>
          </a:prstGeom>
        </p:spPr>
        <p:txBody>
          <a:bodyPr anchor="t" rtlCol="false" tIns="0" lIns="0" bIns="0" rIns="0">
            <a:spAutoFit/>
          </a:bodyPr>
          <a:lstStyle/>
          <a:p>
            <a:pPr algn="just">
              <a:lnSpc>
                <a:spcPts val="1680"/>
              </a:lnSpc>
            </a:pPr>
            <a:r>
              <a:rPr lang="en-US" sz="1400" spc="-42">
                <a:solidFill>
                  <a:srgbClr val="231F20"/>
                </a:solidFill>
                <a:latin typeface="Arimo"/>
                <a:ea typeface="Arimo"/>
                <a:cs typeface="Arimo"/>
                <a:sym typeface="Arimo"/>
              </a:rPr>
              <a:t>LOREM IPSUM DOLOR SIT AMET, CONSECTETUR ADIPISCING ELIT. DONEC TEMPUS ID MASSA RHONCUS ULTRICIES. SUSPENDISSE EUISMOD LAOREET EROS, UT VARIUS ENIM RHONCUS EU.</a:t>
            </a:r>
          </a:p>
        </p:txBody>
      </p:sp>
      <p:sp>
        <p:nvSpPr>
          <p:cNvPr name="TextBox 20" id="20"/>
          <p:cNvSpPr txBox="true"/>
          <p:nvPr/>
        </p:nvSpPr>
        <p:spPr>
          <a:xfrm rot="0">
            <a:off x="731520" y="2880952"/>
            <a:ext cx="4375423" cy="857250"/>
          </a:xfrm>
          <a:prstGeom prst="rect">
            <a:avLst/>
          </a:prstGeom>
        </p:spPr>
        <p:txBody>
          <a:bodyPr anchor="t" rtlCol="false" tIns="0" lIns="0" bIns="0" rIns="0">
            <a:spAutoFit/>
          </a:bodyPr>
          <a:lstStyle/>
          <a:p>
            <a:pPr algn="just">
              <a:lnSpc>
                <a:spcPts val="1680"/>
              </a:lnSpc>
            </a:pPr>
            <a:r>
              <a:rPr lang="en-US" sz="1400" spc="-42">
                <a:solidFill>
                  <a:srgbClr val="231F20"/>
                </a:solidFill>
                <a:latin typeface="Arimo"/>
                <a:ea typeface="Arimo"/>
                <a:cs typeface="Arimo"/>
                <a:sym typeface="Arimo"/>
              </a:rPr>
              <a:t>LOREM IPSUM DOLOR SIT AMET, CONSECTETUR ADIPISCING ELIT. DONEC TEMPUS ID MASSA RHONCUS ULTRICIES. SUSPENDISSE EUISMOD LAOREET EROS, UT VARIUS ENIM RHONCUS EU.</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0167" y="412457"/>
            <a:ext cx="8933265" cy="6490286"/>
            <a:chOff x="0" y="0"/>
            <a:chExt cx="3308617" cy="2403810"/>
          </a:xfrm>
        </p:grpSpPr>
        <p:sp>
          <p:nvSpPr>
            <p:cNvPr name="Freeform 3" id="3"/>
            <p:cNvSpPr/>
            <p:nvPr/>
          </p:nvSpPr>
          <p:spPr>
            <a:xfrm flipH="false" flipV="false" rot="0">
              <a:off x="0" y="0"/>
              <a:ext cx="3308617" cy="2403810"/>
            </a:xfrm>
            <a:custGeom>
              <a:avLst/>
              <a:gdLst/>
              <a:ahLst/>
              <a:cxnLst/>
              <a:rect r="r" b="b" t="t" l="l"/>
              <a:pathLst>
                <a:path h="2403810" w="3308617">
                  <a:moveTo>
                    <a:pt x="17333" y="0"/>
                  </a:moveTo>
                  <a:lnTo>
                    <a:pt x="3291284" y="0"/>
                  </a:lnTo>
                  <a:cubicBezTo>
                    <a:pt x="3300857" y="0"/>
                    <a:pt x="3308617" y="7760"/>
                    <a:pt x="3308617" y="17333"/>
                  </a:cubicBezTo>
                  <a:lnTo>
                    <a:pt x="3308617" y="2386477"/>
                  </a:lnTo>
                  <a:cubicBezTo>
                    <a:pt x="3308617" y="2396049"/>
                    <a:pt x="3300857" y="2403810"/>
                    <a:pt x="3291284" y="2403810"/>
                  </a:cubicBezTo>
                  <a:lnTo>
                    <a:pt x="17333" y="2403810"/>
                  </a:lnTo>
                  <a:cubicBezTo>
                    <a:pt x="7760" y="2403810"/>
                    <a:pt x="0" y="2396049"/>
                    <a:pt x="0" y="2386477"/>
                  </a:cubicBezTo>
                  <a:lnTo>
                    <a:pt x="0" y="17333"/>
                  </a:lnTo>
                  <a:cubicBezTo>
                    <a:pt x="0" y="7760"/>
                    <a:pt x="7760" y="0"/>
                    <a:pt x="17333" y="0"/>
                  </a:cubicBezTo>
                  <a:close/>
                </a:path>
              </a:pathLst>
            </a:custGeom>
            <a:solidFill>
              <a:srgbClr val="F0F0E8"/>
            </a:solidFill>
          </p:spPr>
        </p:sp>
        <p:sp>
          <p:nvSpPr>
            <p:cNvPr name="TextBox 4" id="4"/>
            <p:cNvSpPr txBox="true"/>
            <p:nvPr/>
          </p:nvSpPr>
          <p:spPr>
            <a:xfrm>
              <a:off x="0" y="-19050"/>
              <a:ext cx="3308617" cy="2422860"/>
            </a:xfrm>
            <a:prstGeom prst="rect">
              <a:avLst/>
            </a:prstGeom>
          </p:spPr>
          <p:txBody>
            <a:bodyPr anchor="ctr" rtlCol="false" tIns="50800" lIns="50800" bIns="50800" rIns="50800"/>
            <a:lstStyle/>
            <a:p>
              <a:pPr algn="ctr">
                <a:lnSpc>
                  <a:spcPts val="2160"/>
                </a:lnSpc>
              </a:pPr>
            </a:p>
          </p:txBody>
        </p:sp>
      </p:grpSp>
      <p:grpSp>
        <p:nvGrpSpPr>
          <p:cNvPr name="Group 5" id="5"/>
          <p:cNvGrpSpPr/>
          <p:nvPr/>
        </p:nvGrpSpPr>
        <p:grpSpPr>
          <a:xfrm rot="0">
            <a:off x="731520" y="2820994"/>
            <a:ext cx="8290560" cy="3762686"/>
            <a:chOff x="0" y="0"/>
            <a:chExt cx="3070578" cy="1393587"/>
          </a:xfrm>
        </p:grpSpPr>
        <p:sp>
          <p:nvSpPr>
            <p:cNvPr name="Freeform 6" id="6"/>
            <p:cNvSpPr/>
            <p:nvPr/>
          </p:nvSpPr>
          <p:spPr>
            <a:xfrm flipH="false" flipV="false" rot="0">
              <a:off x="0" y="0"/>
              <a:ext cx="3070578" cy="1393587"/>
            </a:xfrm>
            <a:custGeom>
              <a:avLst/>
              <a:gdLst/>
              <a:ahLst/>
              <a:cxnLst/>
              <a:rect r="r" b="b" t="t" l="l"/>
              <a:pathLst>
                <a:path h="1393587" w="3070578">
                  <a:moveTo>
                    <a:pt x="18676" y="0"/>
                  </a:moveTo>
                  <a:lnTo>
                    <a:pt x="3051901" y="0"/>
                  </a:lnTo>
                  <a:cubicBezTo>
                    <a:pt x="3062216" y="0"/>
                    <a:pt x="3070578" y="8362"/>
                    <a:pt x="3070578" y="18676"/>
                  </a:cubicBezTo>
                  <a:lnTo>
                    <a:pt x="3070578" y="1374911"/>
                  </a:lnTo>
                  <a:cubicBezTo>
                    <a:pt x="3070578" y="1385226"/>
                    <a:pt x="3062216" y="1393587"/>
                    <a:pt x="3051901" y="1393587"/>
                  </a:cubicBezTo>
                  <a:lnTo>
                    <a:pt x="18676" y="1393587"/>
                  </a:lnTo>
                  <a:cubicBezTo>
                    <a:pt x="8362" y="1393587"/>
                    <a:pt x="0" y="1385226"/>
                    <a:pt x="0" y="1374911"/>
                  </a:cubicBezTo>
                  <a:lnTo>
                    <a:pt x="0" y="18676"/>
                  </a:lnTo>
                  <a:cubicBezTo>
                    <a:pt x="0" y="8362"/>
                    <a:pt x="8362" y="0"/>
                    <a:pt x="18676" y="0"/>
                  </a:cubicBezTo>
                  <a:close/>
                </a:path>
              </a:pathLst>
            </a:custGeom>
            <a:solidFill>
              <a:srgbClr val="231F20"/>
            </a:solidFill>
          </p:spPr>
        </p:sp>
        <p:sp>
          <p:nvSpPr>
            <p:cNvPr name="TextBox 7" id="7"/>
            <p:cNvSpPr txBox="true"/>
            <p:nvPr/>
          </p:nvSpPr>
          <p:spPr>
            <a:xfrm>
              <a:off x="0" y="-19050"/>
              <a:ext cx="3070578" cy="1412637"/>
            </a:xfrm>
            <a:prstGeom prst="rect">
              <a:avLst/>
            </a:prstGeom>
          </p:spPr>
          <p:txBody>
            <a:bodyPr anchor="ctr" rtlCol="false" tIns="50800" lIns="50800" bIns="50800" rIns="50800"/>
            <a:lstStyle/>
            <a:p>
              <a:pPr algn="ctr">
                <a:lnSpc>
                  <a:spcPts val="2160"/>
                </a:lnSpc>
              </a:pPr>
            </a:p>
          </p:txBody>
        </p:sp>
      </p:grpSp>
      <p:grpSp>
        <p:nvGrpSpPr>
          <p:cNvPr name="Group 8" id="8"/>
          <p:cNvGrpSpPr/>
          <p:nvPr/>
        </p:nvGrpSpPr>
        <p:grpSpPr>
          <a:xfrm rot="0">
            <a:off x="781712" y="680060"/>
            <a:ext cx="1759058" cy="488254"/>
            <a:chOff x="0" y="0"/>
            <a:chExt cx="867088" cy="240674"/>
          </a:xfrm>
        </p:grpSpPr>
        <p:sp>
          <p:nvSpPr>
            <p:cNvPr name="Freeform 9" id="9"/>
            <p:cNvSpPr/>
            <p:nvPr/>
          </p:nvSpPr>
          <p:spPr>
            <a:xfrm flipH="false" flipV="false" rot="0">
              <a:off x="0" y="0"/>
              <a:ext cx="867087" cy="240674"/>
            </a:xfrm>
            <a:custGeom>
              <a:avLst/>
              <a:gdLst/>
              <a:ahLst/>
              <a:cxnLst/>
              <a:rect r="r" b="b" t="t" l="l"/>
              <a:pathLst>
                <a:path h="240674" w="867087">
                  <a:moveTo>
                    <a:pt x="120337" y="0"/>
                  </a:moveTo>
                  <a:lnTo>
                    <a:pt x="746751" y="0"/>
                  </a:lnTo>
                  <a:cubicBezTo>
                    <a:pt x="778666" y="0"/>
                    <a:pt x="809274" y="12678"/>
                    <a:pt x="831842" y="35246"/>
                  </a:cubicBezTo>
                  <a:cubicBezTo>
                    <a:pt x="854409" y="57813"/>
                    <a:pt x="867087" y="88421"/>
                    <a:pt x="867087" y="120337"/>
                  </a:cubicBezTo>
                  <a:lnTo>
                    <a:pt x="867087" y="120337"/>
                  </a:lnTo>
                  <a:cubicBezTo>
                    <a:pt x="867087" y="186797"/>
                    <a:pt x="813211" y="240674"/>
                    <a:pt x="74675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C1F548"/>
            </a:solidFill>
          </p:spPr>
        </p:sp>
        <p:sp>
          <p:nvSpPr>
            <p:cNvPr name="TextBox 10" id="10"/>
            <p:cNvSpPr txBox="true"/>
            <p:nvPr/>
          </p:nvSpPr>
          <p:spPr>
            <a:xfrm>
              <a:off x="0" y="-19050"/>
              <a:ext cx="867088" cy="259724"/>
            </a:xfrm>
            <a:prstGeom prst="rect">
              <a:avLst/>
            </a:prstGeom>
          </p:spPr>
          <p:txBody>
            <a:bodyPr anchor="ctr" rtlCol="false" tIns="50800" lIns="50800" bIns="50800" rIns="50800"/>
            <a:lstStyle/>
            <a:p>
              <a:pPr algn="ctr">
                <a:lnSpc>
                  <a:spcPts val="2160"/>
                </a:lnSpc>
              </a:pPr>
            </a:p>
          </p:txBody>
        </p:sp>
      </p:grpSp>
      <p:grpSp>
        <p:nvGrpSpPr>
          <p:cNvPr name="Group 11" id="11"/>
          <p:cNvGrpSpPr/>
          <p:nvPr/>
        </p:nvGrpSpPr>
        <p:grpSpPr>
          <a:xfrm rot="0">
            <a:off x="6843129" y="680060"/>
            <a:ext cx="1562720" cy="488254"/>
            <a:chOff x="0" y="0"/>
            <a:chExt cx="770307" cy="240674"/>
          </a:xfrm>
        </p:grpSpPr>
        <p:sp>
          <p:nvSpPr>
            <p:cNvPr name="Freeform 12" id="12"/>
            <p:cNvSpPr/>
            <p:nvPr/>
          </p:nvSpPr>
          <p:spPr>
            <a:xfrm flipH="false" flipV="false" rot="0">
              <a:off x="0" y="0"/>
              <a:ext cx="770307" cy="240674"/>
            </a:xfrm>
            <a:custGeom>
              <a:avLst/>
              <a:gdLst/>
              <a:ahLst/>
              <a:cxnLst/>
              <a:rect r="r" b="b" t="t" l="l"/>
              <a:pathLst>
                <a:path h="240674" w="770307">
                  <a:moveTo>
                    <a:pt x="120337" y="0"/>
                  </a:moveTo>
                  <a:lnTo>
                    <a:pt x="649971" y="0"/>
                  </a:lnTo>
                  <a:cubicBezTo>
                    <a:pt x="681886" y="0"/>
                    <a:pt x="712494" y="12678"/>
                    <a:pt x="735062" y="35246"/>
                  </a:cubicBezTo>
                  <a:cubicBezTo>
                    <a:pt x="757629" y="57813"/>
                    <a:pt x="770307" y="88421"/>
                    <a:pt x="770307" y="120337"/>
                  </a:cubicBezTo>
                  <a:lnTo>
                    <a:pt x="770307" y="120337"/>
                  </a:lnTo>
                  <a:cubicBezTo>
                    <a:pt x="770307" y="186797"/>
                    <a:pt x="716431" y="240674"/>
                    <a:pt x="64997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FFFFFF"/>
            </a:solidFill>
          </p:spPr>
        </p:sp>
        <p:sp>
          <p:nvSpPr>
            <p:cNvPr name="TextBox 13" id="13"/>
            <p:cNvSpPr txBox="true"/>
            <p:nvPr/>
          </p:nvSpPr>
          <p:spPr>
            <a:xfrm>
              <a:off x="0" y="-19050"/>
              <a:ext cx="770307" cy="259724"/>
            </a:xfrm>
            <a:prstGeom prst="rect">
              <a:avLst/>
            </a:prstGeom>
          </p:spPr>
          <p:txBody>
            <a:bodyPr anchor="ctr" rtlCol="false" tIns="50800" lIns="50800" bIns="50800" rIns="50800"/>
            <a:lstStyle/>
            <a:p>
              <a:pPr algn="ctr">
                <a:lnSpc>
                  <a:spcPts val="2160"/>
                </a:lnSpc>
              </a:pPr>
            </a:p>
          </p:txBody>
        </p:sp>
      </p:grpSp>
      <p:sp>
        <p:nvSpPr>
          <p:cNvPr name="Freeform 14" id="14"/>
          <p:cNvSpPr/>
          <p:nvPr/>
        </p:nvSpPr>
        <p:spPr>
          <a:xfrm flipH="false" flipV="false" rot="0">
            <a:off x="8483634" y="680060"/>
            <a:ext cx="488254" cy="488254"/>
          </a:xfrm>
          <a:custGeom>
            <a:avLst/>
            <a:gdLst/>
            <a:ahLst/>
            <a:cxnLst/>
            <a:rect r="r" b="b" t="t" l="l"/>
            <a:pathLst>
              <a:path h="488254" w="488254">
                <a:moveTo>
                  <a:pt x="0" y="0"/>
                </a:moveTo>
                <a:lnTo>
                  <a:pt x="488254" y="0"/>
                </a:lnTo>
                <a:lnTo>
                  <a:pt x="488254" y="488254"/>
                </a:lnTo>
                <a:lnTo>
                  <a:pt x="0" y="4882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6564899" y="3264732"/>
            <a:ext cx="2003457" cy="2875211"/>
            <a:chOff x="0" y="0"/>
            <a:chExt cx="436483" cy="626408"/>
          </a:xfrm>
        </p:grpSpPr>
        <p:sp>
          <p:nvSpPr>
            <p:cNvPr name="Freeform 16" id="16"/>
            <p:cNvSpPr/>
            <p:nvPr/>
          </p:nvSpPr>
          <p:spPr>
            <a:xfrm flipH="false" flipV="false" rot="0">
              <a:off x="0" y="0"/>
              <a:ext cx="436483" cy="626408"/>
            </a:xfrm>
            <a:custGeom>
              <a:avLst/>
              <a:gdLst/>
              <a:ahLst/>
              <a:cxnLst/>
              <a:rect r="r" b="b" t="t" l="l"/>
              <a:pathLst>
                <a:path h="626408" w="436483">
                  <a:moveTo>
                    <a:pt x="77286" y="0"/>
                  </a:moveTo>
                  <a:lnTo>
                    <a:pt x="359198" y="0"/>
                  </a:lnTo>
                  <a:cubicBezTo>
                    <a:pt x="379695" y="0"/>
                    <a:pt x="399353" y="8143"/>
                    <a:pt x="413847" y="22636"/>
                  </a:cubicBezTo>
                  <a:cubicBezTo>
                    <a:pt x="428341" y="37130"/>
                    <a:pt x="436483" y="56788"/>
                    <a:pt x="436483" y="77286"/>
                  </a:cubicBezTo>
                  <a:lnTo>
                    <a:pt x="436483" y="549122"/>
                  </a:lnTo>
                  <a:cubicBezTo>
                    <a:pt x="436483" y="569619"/>
                    <a:pt x="428341" y="589277"/>
                    <a:pt x="413847" y="603771"/>
                  </a:cubicBezTo>
                  <a:cubicBezTo>
                    <a:pt x="399353" y="618265"/>
                    <a:pt x="379695" y="626408"/>
                    <a:pt x="359198" y="626408"/>
                  </a:cubicBezTo>
                  <a:lnTo>
                    <a:pt x="77286" y="626408"/>
                  </a:lnTo>
                  <a:cubicBezTo>
                    <a:pt x="56788" y="626408"/>
                    <a:pt x="37130" y="618265"/>
                    <a:pt x="22636" y="603771"/>
                  </a:cubicBezTo>
                  <a:cubicBezTo>
                    <a:pt x="8143" y="589277"/>
                    <a:pt x="0" y="569619"/>
                    <a:pt x="0" y="549122"/>
                  </a:cubicBezTo>
                  <a:lnTo>
                    <a:pt x="0" y="77286"/>
                  </a:lnTo>
                  <a:cubicBezTo>
                    <a:pt x="0" y="56788"/>
                    <a:pt x="8143" y="37130"/>
                    <a:pt x="22636" y="22636"/>
                  </a:cubicBezTo>
                  <a:cubicBezTo>
                    <a:pt x="37130" y="8143"/>
                    <a:pt x="56788" y="0"/>
                    <a:pt x="77286" y="0"/>
                  </a:cubicBezTo>
                  <a:close/>
                </a:path>
              </a:pathLst>
            </a:custGeom>
            <a:blipFill>
              <a:blip r:embed="rId4"/>
              <a:stretch>
                <a:fillRect l="-57701" t="0" r="-57701" b="0"/>
              </a:stretch>
            </a:blipFill>
          </p:spPr>
        </p:sp>
      </p:grpSp>
      <p:sp>
        <p:nvSpPr>
          <p:cNvPr name="Freeform 17" id="17"/>
          <p:cNvSpPr/>
          <p:nvPr/>
        </p:nvSpPr>
        <p:spPr>
          <a:xfrm flipH="false" flipV="false" rot="0">
            <a:off x="781712" y="1386682"/>
            <a:ext cx="2500657" cy="1215944"/>
          </a:xfrm>
          <a:custGeom>
            <a:avLst/>
            <a:gdLst/>
            <a:ahLst/>
            <a:cxnLst/>
            <a:rect r="r" b="b" t="t" l="l"/>
            <a:pathLst>
              <a:path h="1215944" w="2500657">
                <a:moveTo>
                  <a:pt x="0" y="0"/>
                </a:moveTo>
                <a:lnTo>
                  <a:pt x="2500657" y="0"/>
                </a:lnTo>
                <a:lnTo>
                  <a:pt x="2500657" y="1215944"/>
                </a:lnTo>
                <a:lnTo>
                  <a:pt x="0" y="1215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1019358"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Henrietta Mitchell</a:t>
            </a:r>
          </a:p>
        </p:txBody>
      </p:sp>
      <p:sp>
        <p:nvSpPr>
          <p:cNvPr name="TextBox 19" id="19"/>
          <p:cNvSpPr txBox="true"/>
          <p:nvPr/>
        </p:nvSpPr>
        <p:spPr>
          <a:xfrm rot="0">
            <a:off x="7000867"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2nd May, 2026</a:t>
            </a:r>
          </a:p>
        </p:txBody>
      </p:sp>
      <p:sp>
        <p:nvSpPr>
          <p:cNvPr name="TextBox 20" id="20"/>
          <p:cNvSpPr txBox="true"/>
          <p:nvPr/>
        </p:nvSpPr>
        <p:spPr>
          <a:xfrm rot="0">
            <a:off x="1185244" y="3471769"/>
            <a:ext cx="5379655" cy="857885"/>
          </a:xfrm>
          <a:prstGeom prst="rect">
            <a:avLst/>
          </a:prstGeom>
        </p:spPr>
        <p:txBody>
          <a:bodyPr anchor="t" rtlCol="false" tIns="0" lIns="0" bIns="0" rIns="0">
            <a:spAutoFit/>
          </a:bodyPr>
          <a:lstStyle/>
          <a:p>
            <a:pPr algn="l">
              <a:lnSpc>
                <a:spcPts val="6399"/>
              </a:lnSpc>
            </a:pPr>
            <a:r>
              <a:rPr lang="en-US" sz="6399" spc="-319">
                <a:solidFill>
                  <a:srgbClr val="C1F548"/>
                </a:solidFill>
                <a:latin typeface="Helios"/>
                <a:ea typeface="Helios"/>
                <a:cs typeface="Helios"/>
                <a:sym typeface="Helios"/>
              </a:rPr>
              <a:t>CONCLUSION</a:t>
            </a:r>
          </a:p>
        </p:txBody>
      </p:sp>
      <p:sp>
        <p:nvSpPr>
          <p:cNvPr name="TextBox 21" id="21"/>
          <p:cNvSpPr txBox="true"/>
          <p:nvPr/>
        </p:nvSpPr>
        <p:spPr>
          <a:xfrm rot="0">
            <a:off x="1185244" y="4694655"/>
            <a:ext cx="5023848" cy="1352550"/>
          </a:xfrm>
          <a:prstGeom prst="rect">
            <a:avLst/>
          </a:prstGeom>
        </p:spPr>
        <p:txBody>
          <a:bodyPr anchor="t" rtlCol="false" tIns="0" lIns="0" bIns="0" rIns="0">
            <a:spAutoFit/>
          </a:bodyPr>
          <a:lstStyle/>
          <a:p>
            <a:pPr algn="just">
              <a:lnSpc>
                <a:spcPts val="2160"/>
              </a:lnSpc>
            </a:pPr>
            <a:r>
              <a:rPr lang="en-US" sz="1800" spc="-53">
                <a:solidFill>
                  <a:srgbClr val="F0F0E8"/>
                </a:solidFill>
                <a:latin typeface="Arimo"/>
                <a:ea typeface="Arimo"/>
                <a:cs typeface="Arimo"/>
                <a:sym typeface="Arimo"/>
              </a:rPr>
              <a:t>STUDYING THE HISTORY OF COLONIALISM IS IMPORTANT FOR UNDERSTANDING OUR NATIONAL IDENTITY TODAY AND SERVES AS A LESSON IN THE FIGHT FOR JUSTICE AND INDEPENDENCE.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0167" y="412457"/>
            <a:ext cx="8933265" cy="6490286"/>
            <a:chOff x="0" y="0"/>
            <a:chExt cx="3308617" cy="2403810"/>
          </a:xfrm>
        </p:grpSpPr>
        <p:sp>
          <p:nvSpPr>
            <p:cNvPr name="Freeform 3" id="3"/>
            <p:cNvSpPr/>
            <p:nvPr/>
          </p:nvSpPr>
          <p:spPr>
            <a:xfrm flipH="false" flipV="false" rot="0">
              <a:off x="0" y="0"/>
              <a:ext cx="3308617" cy="2403810"/>
            </a:xfrm>
            <a:custGeom>
              <a:avLst/>
              <a:gdLst/>
              <a:ahLst/>
              <a:cxnLst/>
              <a:rect r="r" b="b" t="t" l="l"/>
              <a:pathLst>
                <a:path h="2403810" w="3308617">
                  <a:moveTo>
                    <a:pt x="17333" y="0"/>
                  </a:moveTo>
                  <a:lnTo>
                    <a:pt x="3291284" y="0"/>
                  </a:lnTo>
                  <a:cubicBezTo>
                    <a:pt x="3300857" y="0"/>
                    <a:pt x="3308617" y="7760"/>
                    <a:pt x="3308617" y="17333"/>
                  </a:cubicBezTo>
                  <a:lnTo>
                    <a:pt x="3308617" y="2386477"/>
                  </a:lnTo>
                  <a:cubicBezTo>
                    <a:pt x="3308617" y="2396049"/>
                    <a:pt x="3300857" y="2403810"/>
                    <a:pt x="3291284" y="2403810"/>
                  </a:cubicBezTo>
                  <a:lnTo>
                    <a:pt x="17333" y="2403810"/>
                  </a:lnTo>
                  <a:cubicBezTo>
                    <a:pt x="7760" y="2403810"/>
                    <a:pt x="0" y="2396049"/>
                    <a:pt x="0" y="2386477"/>
                  </a:cubicBezTo>
                  <a:lnTo>
                    <a:pt x="0" y="17333"/>
                  </a:lnTo>
                  <a:cubicBezTo>
                    <a:pt x="0" y="7760"/>
                    <a:pt x="7760" y="0"/>
                    <a:pt x="17333" y="0"/>
                  </a:cubicBezTo>
                  <a:close/>
                </a:path>
              </a:pathLst>
            </a:custGeom>
            <a:solidFill>
              <a:srgbClr val="F0F0E8"/>
            </a:solidFill>
          </p:spPr>
        </p:sp>
        <p:sp>
          <p:nvSpPr>
            <p:cNvPr name="TextBox 4" id="4"/>
            <p:cNvSpPr txBox="true"/>
            <p:nvPr/>
          </p:nvSpPr>
          <p:spPr>
            <a:xfrm>
              <a:off x="0" y="-19050"/>
              <a:ext cx="3308617" cy="2422860"/>
            </a:xfrm>
            <a:prstGeom prst="rect">
              <a:avLst/>
            </a:prstGeom>
          </p:spPr>
          <p:txBody>
            <a:bodyPr anchor="ctr" rtlCol="false" tIns="50800" lIns="50800" bIns="50800" rIns="50800"/>
            <a:lstStyle/>
            <a:p>
              <a:pPr algn="ctr">
                <a:lnSpc>
                  <a:spcPts val="2160"/>
                </a:lnSpc>
              </a:pPr>
            </a:p>
          </p:txBody>
        </p:sp>
      </p:grpSp>
      <p:grpSp>
        <p:nvGrpSpPr>
          <p:cNvPr name="Group 5" id="5"/>
          <p:cNvGrpSpPr/>
          <p:nvPr/>
        </p:nvGrpSpPr>
        <p:grpSpPr>
          <a:xfrm rot="0">
            <a:off x="781712" y="680060"/>
            <a:ext cx="1759058" cy="488254"/>
            <a:chOff x="0" y="0"/>
            <a:chExt cx="867088" cy="240674"/>
          </a:xfrm>
        </p:grpSpPr>
        <p:sp>
          <p:nvSpPr>
            <p:cNvPr name="Freeform 6" id="6"/>
            <p:cNvSpPr/>
            <p:nvPr/>
          </p:nvSpPr>
          <p:spPr>
            <a:xfrm flipH="false" flipV="false" rot="0">
              <a:off x="0" y="0"/>
              <a:ext cx="867087" cy="240674"/>
            </a:xfrm>
            <a:custGeom>
              <a:avLst/>
              <a:gdLst/>
              <a:ahLst/>
              <a:cxnLst/>
              <a:rect r="r" b="b" t="t" l="l"/>
              <a:pathLst>
                <a:path h="240674" w="867087">
                  <a:moveTo>
                    <a:pt x="120337" y="0"/>
                  </a:moveTo>
                  <a:lnTo>
                    <a:pt x="746751" y="0"/>
                  </a:lnTo>
                  <a:cubicBezTo>
                    <a:pt x="778666" y="0"/>
                    <a:pt x="809274" y="12678"/>
                    <a:pt x="831842" y="35246"/>
                  </a:cubicBezTo>
                  <a:cubicBezTo>
                    <a:pt x="854409" y="57813"/>
                    <a:pt x="867087" y="88421"/>
                    <a:pt x="867087" y="120337"/>
                  </a:cubicBezTo>
                  <a:lnTo>
                    <a:pt x="867087" y="120337"/>
                  </a:lnTo>
                  <a:cubicBezTo>
                    <a:pt x="867087" y="186797"/>
                    <a:pt x="813211" y="240674"/>
                    <a:pt x="74675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C1F548"/>
            </a:solidFill>
          </p:spPr>
        </p:sp>
        <p:sp>
          <p:nvSpPr>
            <p:cNvPr name="TextBox 7" id="7"/>
            <p:cNvSpPr txBox="true"/>
            <p:nvPr/>
          </p:nvSpPr>
          <p:spPr>
            <a:xfrm>
              <a:off x="0" y="-19050"/>
              <a:ext cx="867088" cy="259724"/>
            </a:xfrm>
            <a:prstGeom prst="rect">
              <a:avLst/>
            </a:prstGeom>
          </p:spPr>
          <p:txBody>
            <a:bodyPr anchor="ctr" rtlCol="false" tIns="50800" lIns="50800" bIns="50800" rIns="50800"/>
            <a:lstStyle/>
            <a:p>
              <a:pPr algn="ctr">
                <a:lnSpc>
                  <a:spcPts val="2160"/>
                </a:lnSpc>
              </a:pPr>
            </a:p>
          </p:txBody>
        </p:sp>
      </p:grpSp>
      <p:grpSp>
        <p:nvGrpSpPr>
          <p:cNvPr name="Group 8" id="8"/>
          <p:cNvGrpSpPr/>
          <p:nvPr/>
        </p:nvGrpSpPr>
        <p:grpSpPr>
          <a:xfrm rot="0">
            <a:off x="6843129" y="680060"/>
            <a:ext cx="1562720" cy="488254"/>
            <a:chOff x="0" y="0"/>
            <a:chExt cx="770307" cy="240674"/>
          </a:xfrm>
        </p:grpSpPr>
        <p:sp>
          <p:nvSpPr>
            <p:cNvPr name="Freeform 9" id="9"/>
            <p:cNvSpPr/>
            <p:nvPr/>
          </p:nvSpPr>
          <p:spPr>
            <a:xfrm flipH="false" flipV="false" rot="0">
              <a:off x="0" y="0"/>
              <a:ext cx="770307" cy="240674"/>
            </a:xfrm>
            <a:custGeom>
              <a:avLst/>
              <a:gdLst/>
              <a:ahLst/>
              <a:cxnLst/>
              <a:rect r="r" b="b" t="t" l="l"/>
              <a:pathLst>
                <a:path h="240674" w="770307">
                  <a:moveTo>
                    <a:pt x="120337" y="0"/>
                  </a:moveTo>
                  <a:lnTo>
                    <a:pt x="649971" y="0"/>
                  </a:lnTo>
                  <a:cubicBezTo>
                    <a:pt x="681886" y="0"/>
                    <a:pt x="712494" y="12678"/>
                    <a:pt x="735062" y="35246"/>
                  </a:cubicBezTo>
                  <a:cubicBezTo>
                    <a:pt x="757629" y="57813"/>
                    <a:pt x="770307" y="88421"/>
                    <a:pt x="770307" y="120337"/>
                  </a:cubicBezTo>
                  <a:lnTo>
                    <a:pt x="770307" y="120337"/>
                  </a:lnTo>
                  <a:cubicBezTo>
                    <a:pt x="770307" y="186797"/>
                    <a:pt x="716431" y="240674"/>
                    <a:pt x="649971" y="240674"/>
                  </a:cubicBezTo>
                  <a:lnTo>
                    <a:pt x="120337" y="240674"/>
                  </a:lnTo>
                  <a:cubicBezTo>
                    <a:pt x="88421" y="240674"/>
                    <a:pt x="57813" y="227995"/>
                    <a:pt x="35246" y="205428"/>
                  </a:cubicBezTo>
                  <a:cubicBezTo>
                    <a:pt x="12678" y="182860"/>
                    <a:pt x="0" y="152252"/>
                    <a:pt x="0" y="120337"/>
                  </a:cubicBezTo>
                  <a:lnTo>
                    <a:pt x="0" y="120337"/>
                  </a:lnTo>
                  <a:cubicBezTo>
                    <a:pt x="0" y="88421"/>
                    <a:pt x="12678" y="57813"/>
                    <a:pt x="35246" y="35246"/>
                  </a:cubicBezTo>
                  <a:cubicBezTo>
                    <a:pt x="57813" y="12678"/>
                    <a:pt x="88421" y="0"/>
                    <a:pt x="120337" y="0"/>
                  </a:cubicBezTo>
                  <a:close/>
                </a:path>
              </a:pathLst>
            </a:custGeom>
            <a:solidFill>
              <a:srgbClr val="FFFFFF"/>
            </a:solidFill>
          </p:spPr>
        </p:sp>
        <p:sp>
          <p:nvSpPr>
            <p:cNvPr name="TextBox 10" id="10"/>
            <p:cNvSpPr txBox="true"/>
            <p:nvPr/>
          </p:nvSpPr>
          <p:spPr>
            <a:xfrm>
              <a:off x="0" y="-19050"/>
              <a:ext cx="770307" cy="259724"/>
            </a:xfrm>
            <a:prstGeom prst="rect">
              <a:avLst/>
            </a:prstGeom>
          </p:spPr>
          <p:txBody>
            <a:bodyPr anchor="ctr" rtlCol="false" tIns="50800" lIns="50800" bIns="50800" rIns="50800"/>
            <a:lstStyle/>
            <a:p>
              <a:pPr algn="ctr">
                <a:lnSpc>
                  <a:spcPts val="2160"/>
                </a:lnSpc>
              </a:pPr>
            </a:p>
          </p:txBody>
        </p:sp>
      </p:grpSp>
      <p:sp>
        <p:nvSpPr>
          <p:cNvPr name="Freeform 11" id="11"/>
          <p:cNvSpPr/>
          <p:nvPr/>
        </p:nvSpPr>
        <p:spPr>
          <a:xfrm flipH="false" flipV="false" rot="0">
            <a:off x="8483634" y="680060"/>
            <a:ext cx="488254" cy="488254"/>
          </a:xfrm>
          <a:custGeom>
            <a:avLst/>
            <a:gdLst/>
            <a:ahLst/>
            <a:cxnLst/>
            <a:rect r="r" b="b" t="t" l="l"/>
            <a:pathLst>
              <a:path h="488254" w="488254">
                <a:moveTo>
                  <a:pt x="0" y="0"/>
                </a:moveTo>
                <a:lnTo>
                  <a:pt x="488254" y="0"/>
                </a:lnTo>
                <a:lnTo>
                  <a:pt x="488254" y="488254"/>
                </a:lnTo>
                <a:lnTo>
                  <a:pt x="0" y="4882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731520" y="2857573"/>
            <a:ext cx="3965097" cy="3726107"/>
            <a:chOff x="0" y="0"/>
            <a:chExt cx="1468554" cy="1380040"/>
          </a:xfrm>
        </p:grpSpPr>
        <p:sp>
          <p:nvSpPr>
            <p:cNvPr name="Freeform 13" id="13"/>
            <p:cNvSpPr/>
            <p:nvPr/>
          </p:nvSpPr>
          <p:spPr>
            <a:xfrm flipH="false" flipV="false" rot="0">
              <a:off x="0" y="0"/>
              <a:ext cx="1468554" cy="1380040"/>
            </a:xfrm>
            <a:custGeom>
              <a:avLst/>
              <a:gdLst/>
              <a:ahLst/>
              <a:cxnLst/>
              <a:rect r="r" b="b" t="t" l="l"/>
              <a:pathLst>
                <a:path h="1380040" w="1468554">
                  <a:moveTo>
                    <a:pt x="39050" y="0"/>
                  </a:moveTo>
                  <a:lnTo>
                    <a:pt x="1429504" y="0"/>
                  </a:lnTo>
                  <a:cubicBezTo>
                    <a:pt x="1439861" y="0"/>
                    <a:pt x="1449793" y="4114"/>
                    <a:pt x="1457117" y="11438"/>
                  </a:cubicBezTo>
                  <a:cubicBezTo>
                    <a:pt x="1464440" y="18761"/>
                    <a:pt x="1468554" y="28694"/>
                    <a:pt x="1468554" y="39050"/>
                  </a:cubicBezTo>
                  <a:lnTo>
                    <a:pt x="1468554" y="1340989"/>
                  </a:lnTo>
                  <a:cubicBezTo>
                    <a:pt x="1468554" y="1351346"/>
                    <a:pt x="1464440" y="1361279"/>
                    <a:pt x="1457117" y="1368602"/>
                  </a:cubicBezTo>
                  <a:cubicBezTo>
                    <a:pt x="1449793" y="1375926"/>
                    <a:pt x="1439861" y="1380040"/>
                    <a:pt x="1429504" y="1380040"/>
                  </a:cubicBezTo>
                  <a:lnTo>
                    <a:pt x="39050" y="1380040"/>
                  </a:lnTo>
                  <a:cubicBezTo>
                    <a:pt x="28694" y="1380040"/>
                    <a:pt x="18761" y="1375926"/>
                    <a:pt x="11438" y="1368602"/>
                  </a:cubicBezTo>
                  <a:cubicBezTo>
                    <a:pt x="4114" y="1361279"/>
                    <a:pt x="0" y="1351346"/>
                    <a:pt x="0" y="1340989"/>
                  </a:cubicBezTo>
                  <a:lnTo>
                    <a:pt x="0" y="39050"/>
                  </a:lnTo>
                  <a:cubicBezTo>
                    <a:pt x="0" y="28694"/>
                    <a:pt x="4114" y="18761"/>
                    <a:pt x="11438" y="11438"/>
                  </a:cubicBezTo>
                  <a:cubicBezTo>
                    <a:pt x="18761" y="4114"/>
                    <a:pt x="28694" y="0"/>
                    <a:pt x="39050" y="0"/>
                  </a:cubicBezTo>
                  <a:close/>
                </a:path>
              </a:pathLst>
            </a:custGeom>
            <a:ln w="9525" cap="sq">
              <a:solidFill>
                <a:srgbClr val="231F20"/>
              </a:solidFill>
              <a:prstDash val="solid"/>
              <a:miter/>
            </a:ln>
          </p:spPr>
        </p:sp>
        <p:sp>
          <p:nvSpPr>
            <p:cNvPr name="TextBox 14" id="14"/>
            <p:cNvSpPr txBox="true"/>
            <p:nvPr/>
          </p:nvSpPr>
          <p:spPr>
            <a:xfrm>
              <a:off x="0" y="-19050"/>
              <a:ext cx="1468554" cy="1399090"/>
            </a:xfrm>
            <a:prstGeom prst="rect">
              <a:avLst/>
            </a:prstGeom>
          </p:spPr>
          <p:txBody>
            <a:bodyPr anchor="ctr" rtlCol="false" tIns="50800" lIns="50800" bIns="50800" rIns="50800"/>
            <a:lstStyle/>
            <a:p>
              <a:pPr algn="ctr">
                <a:lnSpc>
                  <a:spcPts val="2160"/>
                </a:lnSpc>
              </a:pPr>
            </a:p>
          </p:txBody>
        </p:sp>
      </p:grpSp>
      <p:grpSp>
        <p:nvGrpSpPr>
          <p:cNvPr name="Group 15" id="15"/>
          <p:cNvGrpSpPr/>
          <p:nvPr/>
        </p:nvGrpSpPr>
        <p:grpSpPr>
          <a:xfrm rot="0">
            <a:off x="5006791" y="2857573"/>
            <a:ext cx="3965097" cy="3726107"/>
            <a:chOff x="0" y="0"/>
            <a:chExt cx="1468554" cy="1380040"/>
          </a:xfrm>
        </p:grpSpPr>
        <p:sp>
          <p:nvSpPr>
            <p:cNvPr name="Freeform 16" id="16"/>
            <p:cNvSpPr/>
            <p:nvPr/>
          </p:nvSpPr>
          <p:spPr>
            <a:xfrm flipH="false" flipV="false" rot="0">
              <a:off x="0" y="0"/>
              <a:ext cx="1468554" cy="1380040"/>
            </a:xfrm>
            <a:custGeom>
              <a:avLst/>
              <a:gdLst/>
              <a:ahLst/>
              <a:cxnLst/>
              <a:rect r="r" b="b" t="t" l="l"/>
              <a:pathLst>
                <a:path h="1380040" w="1468554">
                  <a:moveTo>
                    <a:pt x="39050" y="0"/>
                  </a:moveTo>
                  <a:lnTo>
                    <a:pt x="1429504" y="0"/>
                  </a:lnTo>
                  <a:cubicBezTo>
                    <a:pt x="1439861" y="0"/>
                    <a:pt x="1449793" y="4114"/>
                    <a:pt x="1457117" y="11438"/>
                  </a:cubicBezTo>
                  <a:cubicBezTo>
                    <a:pt x="1464440" y="18761"/>
                    <a:pt x="1468554" y="28694"/>
                    <a:pt x="1468554" y="39050"/>
                  </a:cubicBezTo>
                  <a:lnTo>
                    <a:pt x="1468554" y="1340989"/>
                  </a:lnTo>
                  <a:cubicBezTo>
                    <a:pt x="1468554" y="1351346"/>
                    <a:pt x="1464440" y="1361279"/>
                    <a:pt x="1457117" y="1368602"/>
                  </a:cubicBezTo>
                  <a:cubicBezTo>
                    <a:pt x="1449793" y="1375926"/>
                    <a:pt x="1439861" y="1380040"/>
                    <a:pt x="1429504" y="1380040"/>
                  </a:cubicBezTo>
                  <a:lnTo>
                    <a:pt x="39050" y="1380040"/>
                  </a:lnTo>
                  <a:cubicBezTo>
                    <a:pt x="28694" y="1380040"/>
                    <a:pt x="18761" y="1375926"/>
                    <a:pt x="11438" y="1368602"/>
                  </a:cubicBezTo>
                  <a:cubicBezTo>
                    <a:pt x="4114" y="1361279"/>
                    <a:pt x="0" y="1351346"/>
                    <a:pt x="0" y="1340989"/>
                  </a:cubicBezTo>
                  <a:lnTo>
                    <a:pt x="0" y="39050"/>
                  </a:lnTo>
                  <a:cubicBezTo>
                    <a:pt x="0" y="28694"/>
                    <a:pt x="4114" y="18761"/>
                    <a:pt x="11438" y="11438"/>
                  </a:cubicBezTo>
                  <a:cubicBezTo>
                    <a:pt x="18761" y="4114"/>
                    <a:pt x="28694" y="0"/>
                    <a:pt x="39050" y="0"/>
                  </a:cubicBezTo>
                  <a:close/>
                </a:path>
              </a:pathLst>
            </a:custGeom>
            <a:ln w="9525" cap="sq">
              <a:solidFill>
                <a:srgbClr val="231F20"/>
              </a:solidFill>
              <a:prstDash val="solid"/>
              <a:miter/>
            </a:ln>
          </p:spPr>
        </p:sp>
        <p:sp>
          <p:nvSpPr>
            <p:cNvPr name="TextBox 17" id="17"/>
            <p:cNvSpPr txBox="true"/>
            <p:nvPr/>
          </p:nvSpPr>
          <p:spPr>
            <a:xfrm>
              <a:off x="0" y="-19050"/>
              <a:ext cx="1468554" cy="1399090"/>
            </a:xfrm>
            <a:prstGeom prst="rect">
              <a:avLst/>
            </a:prstGeom>
          </p:spPr>
          <p:txBody>
            <a:bodyPr anchor="ctr" rtlCol="false" tIns="50800" lIns="50800" bIns="50800" rIns="50800"/>
            <a:lstStyle/>
            <a:p>
              <a:pPr algn="ctr">
                <a:lnSpc>
                  <a:spcPts val="2160"/>
                </a:lnSpc>
              </a:pPr>
            </a:p>
          </p:txBody>
        </p:sp>
      </p:grpSp>
      <p:sp>
        <p:nvSpPr>
          <p:cNvPr name="Freeform 18" id="18"/>
          <p:cNvSpPr/>
          <p:nvPr/>
        </p:nvSpPr>
        <p:spPr>
          <a:xfrm flipH="false" flipV="false" rot="0">
            <a:off x="3946576" y="3146987"/>
            <a:ext cx="492936" cy="492936"/>
          </a:xfrm>
          <a:custGeom>
            <a:avLst/>
            <a:gdLst/>
            <a:ahLst/>
            <a:cxnLst/>
            <a:rect r="r" b="b" t="t" l="l"/>
            <a:pathLst>
              <a:path h="492936" w="492936">
                <a:moveTo>
                  <a:pt x="0" y="0"/>
                </a:moveTo>
                <a:lnTo>
                  <a:pt x="492936" y="0"/>
                </a:lnTo>
                <a:lnTo>
                  <a:pt x="492936" y="492936"/>
                </a:lnTo>
                <a:lnTo>
                  <a:pt x="0" y="4929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8234825" y="3152243"/>
            <a:ext cx="492936" cy="492936"/>
          </a:xfrm>
          <a:custGeom>
            <a:avLst/>
            <a:gdLst/>
            <a:ahLst/>
            <a:cxnLst/>
            <a:rect r="r" b="b" t="t" l="l"/>
            <a:pathLst>
              <a:path h="492936" w="492936">
                <a:moveTo>
                  <a:pt x="0" y="0"/>
                </a:moveTo>
                <a:lnTo>
                  <a:pt x="492936" y="0"/>
                </a:lnTo>
                <a:lnTo>
                  <a:pt x="492936" y="492937"/>
                </a:lnTo>
                <a:lnTo>
                  <a:pt x="0" y="4929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7201351" y="1453449"/>
            <a:ext cx="1820729" cy="1118990"/>
          </a:xfrm>
          <a:custGeom>
            <a:avLst/>
            <a:gdLst/>
            <a:ahLst/>
            <a:cxnLst/>
            <a:rect r="r" b="b" t="t" l="l"/>
            <a:pathLst>
              <a:path h="1118990" w="1820729">
                <a:moveTo>
                  <a:pt x="0" y="0"/>
                </a:moveTo>
                <a:lnTo>
                  <a:pt x="1820729" y="0"/>
                </a:lnTo>
                <a:lnTo>
                  <a:pt x="1820729" y="1118989"/>
                </a:lnTo>
                <a:lnTo>
                  <a:pt x="0" y="11189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p:nvPr/>
        </p:nvGrpSpPr>
        <p:grpSpPr>
          <a:xfrm rot="0">
            <a:off x="927847" y="5175085"/>
            <a:ext cx="2194560" cy="569863"/>
            <a:chOff x="0" y="0"/>
            <a:chExt cx="812800" cy="211060"/>
          </a:xfrm>
        </p:grpSpPr>
        <p:sp>
          <p:nvSpPr>
            <p:cNvPr name="Freeform 22" id="22"/>
            <p:cNvSpPr/>
            <p:nvPr/>
          </p:nvSpPr>
          <p:spPr>
            <a:xfrm flipH="false" flipV="false" rot="0">
              <a:off x="0" y="0"/>
              <a:ext cx="812800" cy="211060"/>
            </a:xfrm>
            <a:custGeom>
              <a:avLst/>
              <a:gdLst/>
              <a:ahLst/>
              <a:cxnLst/>
              <a:rect r="r" b="b" t="t" l="l"/>
              <a:pathLst>
                <a:path h="211060" w="812800">
                  <a:moveTo>
                    <a:pt x="105530" y="0"/>
                  </a:moveTo>
                  <a:lnTo>
                    <a:pt x="707270" y="0"/>
                  </a:lnTo>
                  <a:cubicBezTo>
                    <a:pt x="765552" y="0"/>
                    <a:pt x="812800" y="47247"/>
                    <a:pt x="812800" y="105530"/>
                  </a:cubicBezTo>
                  <a:lnTo>
                    <a:pt x="812800" y="105530"/>
                  </a:lnTo>
                  <a:cubicBezTo>
                    <a:pt x="812800" y="163813"/>
                    <a:pt x="765552" y="211060"/>
                    <a:pt x="707270" y="211060"/>
                  </a:cubicBezTo>
                  <a:lnTo>
                    <a:pt x="105530" y="211060"/>
                  </a:lnTo>
                  <a:cubicBezTo>
                    <a:pt x="47247" y="211060"/>
                    <a:pt x="0" y="163813"/>
                    <a:pt x="0" y="105530"/>
                  </a:cubicBezTo>
                  <a:lnTo>
                    <a:pt x="0" y="105530"/>
                  </a:lnTo>
                  <a:cubicBezTo>
                    <a:pt x="0" y="47247"/>
                    <a:pt x="47247" y="0"/>
                    <a:pt x="105530" y="0"/>
                  </a:cubicBezTo>
                  <a:close/>
                </a:path>
              </a:pathLst>
            </a:custGeom>
            <a:solidFill>
              <a:srgbClr val="C1F548"/>
            </a:solidFill>
          </p:spPr>
        </p:sp>
        <p:sp>
          <p:nvSpPr>
            <p:cNvPr name="TextBox 23" id="23"/>
            <p:cNvSpPr txBox="true"/>
            <p:nvPr/>
          </p:nvSpPr>
          <p:spPr>
            <a:xfrm>
              <a:off x="0" y="-19050"/>
              <a:ext cx="812800" cy="230110"/>
            </a:xfrm>
            <a:prstGeom prst="rect">
              <a:avLst/>
            </a:prstGeom>
          </p:spPr>
          <p:txBody>
            <a:bodyPr anchor="ctr" rtlCol="false" tIns="50800" lIns="50800" bIns="50800" rIns="50800"/>
            <a:lstStyle/>
            <a:p>
              <a:pPr algn="ctr">
                <a:lnSpc>
                  <a:spcPts val="2160"/>
                </a:lnSpc>
              </a:pPr>
            </a:p>
          </p:txBody>
        </p:sp>
      </p:grpSp>
      <p:sp>
        <p:nvSpPr>
          <p:cNvPr name="TextBox 24" id="24"/>
          <p:cNvSpPr txBox="true"/>
          <p:nvPr/>
        </p:nvSpPr>
        <p:spPr>
          <a:xfrm rot="0">
            <a:off x="1019358"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Henrietta Mitchell</a:t>
            </a:r>
          </a:p>
        </p:txBody>
      </p:sp>
      <p:sp>
        <p:nvSpPr>
          <p:cNvPr name="TextBox 25" id="25"/>
          <p:cNvSpPr txBox="true"/>
          <p:nvPr/>
        </p:nvSpPr>
        <p:spPr>
          <a:xfrm rot="0">
            <a:off x="7000867" y="829099"/>
            <a:ext cx="1247245" cy="180651"/>
          </a:xfrm>
          <a:prstGeom prst="rect">
            <a:avLst/>
          </a:prstGeom>
        </p:spPr>
        <p:txBody>
          <a:bodyPr anchor="t" rtlCol="false" tIns="0" lIns="0" bIns="0" rIns="0">
            <a:spAutoFit/>
          </a:bodyPr>
          <a:lstStyle/>
          <a:p>
            <a:pPr algn="ctr">
              <a:lnSpc>
                <a:spcPts val="1371"/>
              </a:lnSpc>
            </a:pPr>
            <a:r>
              <a:rPr lang="en-US" sz="1143" spc="-34">
                <a:solidFill>
                  <a:srgbClr val="231F20"/>
                </a:solidFill>
                <a:latin typeface="Arimo"/>
                <a:ea typeface="Arimo"/>
                <a:cs typeface="Arimo"/>
                <a:sym typeface="Arimo"/>
              </a:rPr>
              <a:t>2nd May, 2026</a:t>
            </a:r>
          </a:p>
        </p:txBody>
      </p:sp>
      <p:sp>
        <p:nvSpPr>
          <p:cNvPr name="TextBox 26" id="26"/>
          <p:cNvSpPr txBox="true"/>
          <p:nvPr/>
        </p:nvSpPr>
        <p:spPr>
          <a:xfrm rot="0">
            <a:off x="731520" y="1487273"/>
            <a:ext cx="4712512" cy="1264920"/>
          </a:xfrm>
          <a:prstGeom prst="rect">
            <a:avLst/>
          </a:prstGeom>
        </p:spPr>
        <p:txBody>
          <a:bodyPr anchor="t" rtlCol="false" tIns="0" lIns="0" bIns="0" rIns="0">
            <a:spAutoFit/>
          </a:bodyPr>
          <a:lstStyle/>
          <a:p>
            <a:pPr algn="l">
              <a:lnSpc>
                <a:spcPts val="4800"/>
              </a:lnSpc>
            </a:pPr>
            <a:r>
              <a:rPr lang="en-US" sz="4800" spc="-240">
                <a:solidFill>
                  <a:srgbClr val="231F20"/>
                </a:solidFill>
                <a:latin typeface="Helios"/>
                <a:ea typeface="Helios"/>
                <a:cs typeface="Helios"/>
                <a:sym typeface="Helios"/>
              </a:rPr>
              <a:t>READER TESTIMONIALS</a:t>
            </a:r>
          </a:p>
        </p:txBody>
      </p:sp>
      <p:sp>
        <p:nvSpPr>
          <p:cNvPr name="TextBox 27" id="27"/>
          <p:cNvSpPr txBox="true"/>
          <p:nvPr/>
        </p:nvSpPr>
        <p:spPr>
          <a:xfrm rot="0">
            <a:off x="927847" y="3190343"/>
            <a:ext cx="1881824" cy="632460"/>
          </a:xfrm>
          <a:prstGeom prst="rect">
            <a:avLst/>
          </a:prstGeom>
        </p:spPr>
        <p:txBody>
          <a:bodyPr anchor="t" rtlCol="false" tIns="0" lIns="0" bIns="0" rIns="0">
            <a:spAutoFit/>
          </a:bodyPr>
          <a:lstStyle/>
          <a:p>
            <a:pPr algn="l">
              <a:lnSpc>
                <a:spcPts val="2400"/>
              </a:lnSpc>
            </a:pPr>
            <a:r>
              <a:rPr lang="en-US" sz="2400" spc="-120">
                <a:solidFill>
                  <a:srgbClr val="231F20"/>
                </a:solidFill>
                <a:latin typeface="Helios"/>
                <a:ea typeface="Helios"/>
                <a:cs typeface="Helios"/>
                <a:sym typeface="Helios"/>
              </a:rPr>
              <a:t>KORINA VILLANUEVA</a:t>
            </a:r>
          </a:p>
        </p:txBody>
      </p:sp>
      <p:sp>
        <p:nvSpPr>
          <p:cNvPr name="TextBox 28" id="28"/>
          <p:cNvSpPr txBox="true"/>
          <p:nvPr/>
        </p:nvSpPr>
        <p:spPr>
          <a:xfrm rot="0">
            <a:off x="1355750" y="5341907"/>
            <a:ext cx="1338755" cy="255270"/>
          </a:xfrm>
          <a:prstGeom prst="rect">
            <a:avLst/>
          </a:prstGeom>
        </p:spPr>
        <p:txBody>
          <a:bodyPr anchor="t" rtlCol="false" tIns="0" lIns="0" bIns="0" rIns="0">
            <a:spAutoFit/>
          </a:bodyPr>
          <a:lstStyle/>
          <a:p>
            <a:pPr algn="ctr">
              <a:lnSpc>
                <a:spcPts val="1800"/>
              </a:lnSpc>
            </a:pPr>
            <a:r>
              <a:rPr lang="en-US" sz="1800" spc="-89">
                <a:solidFill>
                  <a:srgbClr val="231F20"/>
                </a:solidFill>
                <a:latin typeface="Helios"/>
                <a:ea typeface="Helios"/>
                <a:cs typeface="Helios"/>
                <a:sym typeface="Helios"/>
              </a:rPr>
              <a:t>STUDENT</a:t>
            </a:r>
          </a:p>
        </p:txBody>
      </p:sp>
      <p:sp>
        <p:nvSpPr>
          <p:cNvPr name="TextBox 29" id="29"/>
          <p:cNvSpPr txBox="true"/>
          <p:nvPr/>
        </p:nvSpPr>
        <p:spPr>
          <a:xfrm rot="0">
            <a:off x="927847" y="5872513"/>
            <a:ext cx="2575835" cy="381000"/>
          </a:xfrm>
          <a:prstGeom prst="rect">
            <a:avLst/>
          </a:prstGeom>
        </p:spPr>
        <p:txBody>
          <a:bodyPr anchor="t" rtlCol="false" tIns="0" lIns="0" bIns="0" rIns="0">
            <a:spAutoFit/>
          </a:bodyPr>
          <a:lstStyle/>
          <a:p>
            <a:pPr algn="just">
              <a:lnSpc>
                <a:spcPts val="1439"/>
              </a:lnSpc>
            </a:pPr>
            <a:r>
              <a:rPr lang="en-US" sz="1200" spc="-36">
                <a:solidFill>
                  <a:srgbClr val="231F20"/>
                </a:solidFill>
                <a:latin typeface="Arimo"/>
                <a:ea typeface="Arimo"/>
                <a:cs typeface="Arimo"/>
                <a:sym typeface="Arimo"/>
              </a:rPr>
              <a:t>“This book opened my eyes to history—it felt like diving into the past.”</a:t>
            </a:r>
          </a:p>
        </p:txBody>
      </p:sp>
      <p:sp>
        <p:nvSpPr>
          <p:cNvPr name="TextBox 30" id="30"/>
          <p:cNvSpPr txBox="true"/>
          <p:nvPr/>
        </p:nvSpPr>
        <p:spPr>
          <a:xfrm rot="0">
            <a:off x="5216100" y="3190343"/>
            <a:ext cx="2251675" cy="937260"/>
          </a:xfrm>
          <a:prstGeom prst="rect">
            <a:avLst/>
          </a:prstGeom>
        </p:spPr>
        <p:txBody>
          <a:bodyPr anchor="t" rtlCol="false" tIns="0" lIns="0" bIns="0" rIns="0">
            <a:spAutoFit/>
          </a:bodyPr>
          <a:lstStyle/>
          <a:p>
            <a:pPr algn="l">
              <a:lnSpc>
                <a:spcPts val="2400"/>
              </a:lnSpc>
            </a:pPr>
            <a:r>
              <a:rPr lang="en-US" sz="2400" spc="-120">
                <a:solidFill>
                  <a:srgbClr val="231F20"/>
                </a:solidFill>
                <a:latin typeface="Helios"/>
                <a:ea typeface="Helios"/>
                <a:cs typeface="Helios"/>
                <a:sym typeface="Helios"/>
              </a:rPr>
              <a:t>RUFUS STEWART</a:t>
            </a:r>
          </a:p>
          <a:p>
            <a:pPr algn="l">
              <a:lnSpc>
                <a:spcPts val="2400"/>
              </a:lnSpc>
            </a:pPr>
          </a:p>
        </p:txBody>
      </p:sp>
      <p:sp>
        <p:nvSpPr>
          <p:cNvPr name="TextBox 31" id="31"/>
          <p:cNvSpPr txBox="true"/>
          <p:nvPr/>
        </p:nvSpPr>
        <p:spPr>
          <a:xfrm rot="0">
            <a:off x="5216100" y="5872513"/>
            <a:ext cx="2575835" cy="381000"/>
          </a:xfrm>
          <a:prstGeom prst="rect">
            <a:avLst/>
          </a:prstGeom>
        </p:spPr>
        <p:txBody>
          <a:bodyPr anchor="t" rtlCol="false" tIns="0" lIns="0" bIns="0" rIns="0">
            <a:spAutoFit/>
          </a:bodyPr>
          <a:lstStyle/>
          <a:p>
            <a:pPr algn="just">
              <a:lnSpc>
                <a:spcPts val="1439"/>
              </a:lnSpc>
            </a:pPr>
            <a:r>
              <a:rPr lang="en-US" sz="1200" spc="-36">
                <a:solidFill>
                  <a:srgbClr val="231F20"/>
                </a:solidFill>
                <a:latin typeface="Arimo"/>
                <a:ea typeface="Arimo"/>
                <a:cs typeface="Arimo"/>
                <a:sym typeface="Arimo"/>
              </a:rPr>
              <a:t>“The analysis in this book is deep, with engaging writing.”</a:t>
            </a:r>
          </a:p>
        </p:txBody>
      </p:sp>
      <p:grpSp>
        <p:nvGrpSpPr>
          <p:cNvPr name="Group 32" id="32"/>
          <p:cNvGrpSpPr/>
          <p:nvPr/>
        </p:nvGrpSpPr>
        <p:grpSpPr>
          <a:xfrm rot="0">
            <a:off x="5216100" y="5175085"/>
            <a:ext cx="2194560" cy="569863"/>
            <a:chOff x="0" y="0"/>
            <a:chExt cx="812800" cy="211060"/>
          </a:xfrm>
        </p:grpSpPr>
        <p:sp>
          <p:nvSpPr>
            <p:cNvPr name="Freeform 33" id="33"/>
            <p:cNvSpPr/>
            <p:nvPr/>
          </p:nvSpPr>
          <p:spPr>
            <a:xfrm flipH="false" flipV="false" rot="0">
              <a:off x="0" y="0"/>
              <a:ext cx="812800" cy="211060"/>
            </a:xfrm>
            <a:custGeom>
              <a:avLst/>
              <a:gdLst/>
              <a:ahLst/>
              <a:cxnLst/>
              <a:rect r="r" b="b" t="t" l="l"/>
              <a:pathLst>
                <a:path h="211060" w="812800">
                  <a:moveTo>
                    <a:pt x="105530" y="0"/>
                  </a:moveTo>
                  <a:lnTo>
                    <a:pt x="707270" y="0"/>
                  </a:lnTo>
                  <a:cubicBezTo>
                    <a:pt x="765552" y="0"/>
                    <a:pt x="812800" y="47247"/>
                    <a:pt x="812800" y="105530"/>
                  </a:cubicBezTo>
                  <a:lnTo>
                    <a:pt x="812800" y="105530"/>
                  </a:lnTo>
                  <a:cubicBezTo>
                    <a:pt x="812800" y="163813"/>
                    <a:pt x="765552" y="211060"/>
                    <a:pt x="707270" y="211060"/>
                  </a:cubicBezTo>
                  <a:lnTo>
                    <a:pt x="105530" y="211060"/>
                  </a:lnTo>
                  <a:cubicBezTo>
                    <a:pt x="47247" y="211060"/>
                    <a:pt x="0" y="163813"/>
                    <a:pt x="0" y="105530"/>
                  </a:cubicBezTo>
                  <a:lnTo>
                    <a:pt x="0" y="105530"/>
                  </a:lnTo>
                  <a:cubicBezTo>
                    <a:pt x="0" y="47247"/>
                    <a:pt x="47247" y="0"/>
                    <a:pt x="105530" y="0"/>
                  </a:cubicBezTo>
                  <a:close/>
                </a:path>
              </a:pathLst>
            </a:custGeom>
            <a:solidFill>
              <a:srgbClr val="C1F548"/>
            </a:solidFill>
          </p:spPr>
        </p:sp>
        <p:sp>
          <p:nvSpPr>
            <p:cNvPr name="TextBox 34" id="34"/>
            <p:cNvSpPr txBox="true"/>
            <p:nvPr/>
          </p:nvSpPr>
          <p:spPr>
            <a:xfrm>
              <a:off x="0" y="-19050"/>
              <a:ext cx="812800" cy="230110"/>
            </a:xfrm>
            <a:prstGeom prst="rect">
              <a:avLst/>
            </a:prstGeom>
          </p:spPr>
          <p:txBody>
            <a:bodyPr anchor="ctr" rtlCol="false" tIns="50800" lIns="50800" bIns="50800" rIns="50800"/>
            <a:lstStyle/>
            <a:p>
              <a:pPr algn="ctr">
                <a:lnSpc>
                  <a:spcPts val="2160"/>
                </a:lnSpc>
              </a:pPr>
            </a:p>
          </p:txBody>
        </p:sp>
      </p:grpSp>
      <p:sp>
        <p:nvSpPr>
          <p:cNvPr name="TextBox 35" id="35"/>
          <p:cNvSpPr txBox="true"/>
          <p:nvPr/>
        </p:nvSpPr>
        <p:spPr>
          <a:xfrm rot="0">
            <a:off x="5644003" y="5341907"/>
            <a:ext cx="1338755" cy="255270"/>
          </a:xfrm>
          <a:prstGeom prst="rect">
            <a:avLst/>
          </a:prstGeom>
        </p:spPr>
        <p:txBody>
          <a:bodyPr anchor="t" rtlCol="false" tIns="0" lIns="0" bIns="0" rIns="0">
            <a:spAutoFit/>
          </a:bodyPr>
          <a:lstStyle/>
          <a:p>
            <a:pPr algn="ctr">
              <a:lnSpc>
                <a:spcPts val="1800"/>
              </a:lnSpc>
            </a:pPr>
            <a:r>
              <a:rPr lang="en-US" sz="1800" spc="-89">
                <a:solidFill>
                  <a:srgbClr val="231F20"/>
                </a:solidFill>
                <a:latin typeface="Helios"/>
                <a:ea typeface="Helios"/>
                <a:cs typeface="Helios"/>
                <a:sym typeface="Helios"/>
              </a:rPr>
              <a:t>HISTORIAN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DAHIWGvR7kc</dc:identifier>
  <dcterms:modified xsi:type="dcterms:W3CDTF">2011-08-01T06:04:30Z</dcterms:modified>
  <cp:revision>1</cp:revision>
  <dc:title>Beige Brown Modern Scrapbook Book Discussion Presentation</dc:title>
</cp:coreProperties>
</file>